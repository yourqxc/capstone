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3" r:id="rId2"/>
    <p:sldId id="264" r:id="rId3"/>
    <p:sldId id="265" r:id="rId4"/>
    <p:sldId id="266" r:id="rId5"/>
    <p:sldId id="268" r:id="rId6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393" y="45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111826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111826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111826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111826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58800" y="436346"/>
            <a:ext cx="4330700" cy="330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111826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28827" y="1719859"/>
            <a:ext cx="4886325" cy="18122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jpeg"/><Relationship Id="rId9" Type="http://schemas.openxmlformats.org/officeDocument/2006/relationships/image" Target="../media/image9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9.jpeg"/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12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7.png"/><Relationship Id="rId5" Type="http://schemas.openxmlformats.org/officeDocument/2006/relationships/image" Target="../media/image5.png"/><Relationship Id="rId10" Type="http://schemas.openxmlformats.org/officeDocument/2006/relationships/image" Target="../media/image6.png"/><Relationship Id="rId4" Type="http://schemas.openxmlformats.org/officeDocument/2006/relationships/image" Target="../media/image4.jpeg"/><Relationship Id="rId9" Type="http://schemas.openxmlformats.org/officeDocument/2006/relationships/image" Target="../media/image13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13" Type="http://schemas.openxmlformats.org/officeDocument/2006/relationships/image" Target="../media/image13.jpeg"/><Relationship Id="rId3" Type="http://schemas.openxmlformats.org/officeDocument/2006/relationships/image" Target="../media/image7.png"/><Relationship Id="rId7" Type="http://schemas.openxmlformats.org/officeDocument/2006/relationships/image" Target="../media/image3.png"/><Relationship Id="rId12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11" Type="http://schemas.openxmlformats.org/officeDocument/2006/relationships/image" Target="../media/image11.png"/><Relationship Id="rId5" Type="http://schemas.openxmlformats.org/officeDocument/2006/relationships/image" Target="../media/image9.jpeg"/><Relationship Id="rId10" Type="http://schemas.openxmlformats.org/officeDocument/2006/relationships/image" Target="../media/image10.png"/><Relationship Id="rId4" Type="http://schemas.openxmlformats.org/officeDocument/2006/relationships/image" Target="../media/image8.png"/><Relationship Id="rId9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7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57E0D-51D3-9092-9DAF-767477F2F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3384DFA-6AB9-CBC8-5559-667774D413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8800" y="436346"/>
            <a:ext cx="27095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ko-KR" altLang="en-US" spc="-180" dirty="0"/>
              <a:t>방 사진 업로드</a:t>
            </a:r>
            <a:endParaRPr spc="-17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DF580E1-194E-1E61-6236-DF7CB3791B5C}"/>
              </a:ext>
            </a:extLst>
          </p:cNvPr>
          <p:cNvSpPr txBox="1"/>
          <p:nvPr/>
        </p:nvSpPr>
        <p:spPr>
          <a:xfrm>
            <a:off x="558800" y="881621"/>
            <a:ext cx="275907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95" dirty="0">
                <a:solidFill>
                  <a:srgbClr val="4B5463"/>
                </a:solidFill>
                <a:latin typeface="Malgun Gothic"/>
                <a:cs typeface="Malgun Gothic"/>
              </a:rPr>
              <a:t>실제</a:t>
            </a:r>
            <a:r>
              <a:rPr sz="1050" spc="-70" dirty="0">
                <a:solidFill>
                  <a:srgbClr val="4B5463"/>
                </a:solidFill>
                <a:latin typeface="Malgun Gothic"/>
                <a:cs typeface="Malgun Gothic"/>
              </a:rPr>
              <a:t> </a:t>
            </a:r>
            <a:r>
              <a:rPr sz="1050" spc="-95" dirty="0">
                <a:solidFill>
                  <a:srgbClr val="4B5463"/>
                </a:solidFill>
                <a:latin typeface="Malgun Gothic"/>
                <a:cs typeface="Malgun Gothic"/>
              </a:rPr>
              <a:t>방의</a:t>
            </a:r>
            <a:r>
              <a:rPr sz="1050" spc="-70" dirty="0">
                <a:solidFill>
                  <a:srgbClr val="4B5463"/>
                </a:solidFill>
                <a:latin typeface="Malgun Gothic"/>
                <a:cs typeface="Malgun Gothic"/>
              </a:rPr>
              <a:t> </a:t>
            </a:r>
            <a:r>
              <a:rPr sz="1050" spc="-95" dirty="0">
                <a:solidFill>
                  <a:srgbClr val="4B5463"/>
                </a:solidFill>
                <a:latin typeface="Malgun Gothic"/>
                <a:cs typeface="Malgun Gothic"/>
              </a:rPr>
              <a:t>변화를</a:t>
            </a:r>
            <a:r>
              <a:rPr sz="1050" spc="-70" dirty="0">
                <a:solidFill>
                  <a:srgbClr val="4B5463"/>
                </a:solidFill>
                <a:latin typeface="Malgun Gothic"/>
                <a:cs typeface="Malgun Gothic"/>
              </a:rPr>
              <a:t> </a:t>
            </a:r>
            <a:r>
              <a:rPr sz="1050" spc="-100" dirty="0">
                <a:solidFill>
                  <a:srgbClr val="4B5463"/>
                </a:solidFill>
                <a:latin typeface="Malgun Gothic"/>
                <a:cs typeface="Malgun Gothic"/>
              </a:rPr>
              <a:t>직관적으로</a:t>
            </a:r>
            <a:r>
              <a:rPr sz="1050" spc="-70" dirty="0">
                <a:solidFill>
                  <a:srgbClr val="4B5463"/>
                </a:solidFill>
                <a:latin typeface="Malgun Gothic"/>
                <a:cs typeface="Malgun Gothic"/>
              </a:rPr>
              <a:t> </a:t>
            </a:r>
            <a:r>
              <a:rPr sz="1050" spc="-100" dirty="0">
                <a:solidFill>
                  <a:srgbClr val="4B5463"/>
                </a:solidFill>
                <a:latin typeface="Malgun Gothic"/>
                <a:cs typeface="Malgun Gothic"/>
              </a:rPr>
              <a:t>확인하는</a:t>
            </a:r>
            <a:r>
              <a:rPr sz="1050" spc="-70" dirty="0">
                <a:solidFill>
                  <a:srgbClr val="4B5463"/>
                </a:solidFill>
                <a:latin typeface="Malgun Gothic"/>
                <a:cs typeface="Malgun Gothic"/>
              </a:rPr>
              <a:t> </a:t>
            </a:r>
            <a:r>
              <a:rPr sz="1050" spc="-95" dirty="0">
                <a:solidFill>
                  <a:srgbClr val="4B5463"/>
                </a:solidFill>
                <a:latin typeface="Malgun Gothic"/>
                <a:cs typeface="Malgun Gothic"/>
              </a:rPr>
              <a:t>인터페이스</a:t>
            </a:r>
            <a:endParaRPr sz="1050">
              <a:latin typeface="Malgun Gothic"/>
              <a:cs typeface="Malgun Gothic"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513F8700-5C32-C7EF-A5B0-715E045A7DE9}"/>
              </a:ext>
            </a:extLst>
          </p:cNvPr>
          <p:cNvGrpSpPr/>
          <p:nvPr/>
        </p:nvGrpSpPr>
        <p:grpSpPr>
          <a:xfrm>
            <a:off x="7772400" y="428625"/>
            <a:ext cx="800100" cy="269875"/>
            <a:chOff x="7772400" y="428625"/>
            <a:chExt cx="800100" cy="26987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845CCD0E-AD76-A67E-CF36-4F240D1C73CD}"/>
                </a:ext>
              </a:extLst>
            </p:cNvPr>
            <p:cNvSpPr/>
            <p:nvPr/>
          </p:nvSpPr>
          <p:spPr>
            <a:xfrm>
              <a:off x="7772400" y="428625"/>
              <a:ext cx="800100" cy="269875"/>
            </a:xfrm>
            <a:custGeom>
              <a:avLst/>
              <a:gdLst/>
              <a:ahLst/>
              <a:cxnLst/>
              <a:rect l="l" t="t" r="r" b="b"/>
              <a:pathLst>
                <a:path w="800100" h="269875">
                  <a:moveTo>
                    <a:pt x="800100" y="0"/>
                  </a:moveTo>
                  <a:lnTo>
                    <a:pt x="0" y="0"/>
                  </a:lnTo>
                  <a:lnTo>
                    <a:pt x="0" y="269671"/>
                  </a:lnTo>
                  <a:lnTo>
                    <a:pt x="800100" y="269671"/>
                  </a:lnTo>
                  <a:lnTo>
                    <a:pt x="800100" y="0"/>
                  </a:lnTo>
                  <a:close/>
                </a:path>
              </a:pathLst>
            </a:custGeom>
            <a:solidFill>
              <a:srgbClr val="636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9F122485-8351-A0FA-1D8B-16DE23B5394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15275" y="506313"/>
              <a:ext cx="85725" cy="114300"/>
            </a:xfrm>
            <a:prstGeom prst="rect">
              <a:avLst/>
            </a:prstGeom>
          </p:spPr>
        </p:pic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1C098F1B-3554-2F08-21E3-F8A23D356D3A}"/>
              </a:ext>
            </a:extLst>
          </p:cNvPr>
          <p:cNvSpPr txBox="1"/>
          <p:nvPr/>
        </p:nvSpPr>
        <p:spPr>
          <a:xfrm>
            <a:off x="7772400" y="428625"/>
            <a:ext cx="800100" cy="26987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285750">
              <a:lnSpc>
                <a:spcPct val="100000"/>
              </a:lnSpc>
              <a:spcBef>
                <a:spcPts val="535"/>
              </a:spcBef>
            </a:pPr>
            <a:r>
              <a:rPr sz="800" b="1" spc="-80" dirty="0">
                <a:solidFill>
                  <a:srgbClr val="FFFFFF"/>
                </a:solidFill>
                <a:latin typeface="Malgun Gothic"/>
                <a:cs typeface="Malgun Gothic"/>
              </a:rPr>
              <a:t>앱</a:t>
            </a:r>
            <a:r>
              <a:rPr sz="800" b="1" spc="-5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800" b="1" spc="-25" dirty="0">
                <a:solidFill>
                  <a:srgbClr val="FFFFFF"/>
                </a:solidFill>
                <a:latin typeface="Malgun Gothic"/>
                <a:cs typeface="Malgun Gothic"/>
              </a:rPr>
              <a:t>목업</a:t>
            </a:r>
            <a:endParaRPr sz="800">
              <a:latin typeface="Malgun Gothic"/>
              <a:cs typeface="Malgun Gothic"/>
            </a:endParaRPr>
          </a:p>
        </p:txBody>
      </p: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EC421034-6EEA-13EE-6734-3DB7CF18319E}"/>
              </a:ext>
            </a:extLst>
          </p:cNvPr>
          <p:cNvGrpSpPr/>
          <p:nvPr/>
        </p:nvGrpSpPr>
        <p:grpSpPr>
          <a:xfrm>
            <a:off x="571500" y="1264451"/>
            <a:ext cx="2800350" cy="1821814"/>
            <a:chOff x="571500" y="1364449"/>
            <a:chExt cx="2800350" cy="1821814"/>
          </a:xfrm>
        </p:grpSpPr>
        <p:grpSp>
          <p:nvGrpSpPr>
            <p:cNvPr id="8" name="object 8">
              <a:extLst>
                <a:ext uri="{FF2B5EF4-FFF2-40B4-BE49-F238E27FC236}">
                  <a16:creationId xmlns:a16="http://schemas.microsoft.com/office/drawing/2014/main" id="{760A0E99-CEE9-DD13-D84C-6AFC59EB29B7}"/>
                </a:ext>
              </a:extLst>
            </p:cNvPr>
            <p:cNvGrpSpPr/>
            <p:nvPr/>
          </p:nvGrpSpPr>
          <p:grpSpPr>
            <a:xfrm>
              <a:off x="571500" y="1364449"/>
              <a:ext cx="2800350" cy="1821814"/>
              <a:chOff x="571500" y="1364449"/>
              <a:chExt cx="2800350" cy="1821814"/>
            </a:xfrm>
          </p:grpSpPr>
          <p:sp>
            <p:nvSpPr>
              <p:cNvPr id="9" name="object 9">
                <a:extLst>
                  <a:ext uri="{FF2B5EF4-FFF2-40B4-BE49-F238E27FC236}">
                    <a16:creationId xmlns:a16="http://schemas.microsoft.com/office/drawing/2014/main" id="{19C34458-FE7B-6D27-C37C-F94972E029D1}"/>
                  </a:ext>
                </a:extLst>
              </p:cNvPr>
              <p:cNvSpPr/>
              <p:nvPr/>
            </p:nvSpPr>
            <p:spPr>
              <a:xfrm>
                <a:off x="571500" y="1364449"/>
                <a:ext cx="2800350" cy="1821814"/>
              </a:xfrm>
              <a:custGeom>
                <a:avLst/>
                <a:gdLst/>
                <a:ahLst/>
                <a:cxnLst/>
                <a:rect l="l" t="t" r="r" b="b"/>
                <a:pathLst>
                  <a:path w="2800350" h="1821814">
                    <a:moveTo>
                      <a:pt x="2800350" y="0"/>
                    </a:moveTo>
                    <a:lnTo>
                      <a:pt x="0" y="0"/>
                    </a:lnTo>
                    <a:lnTo>
                      <a:pt x="0" y="1821649"/>
                    </a:lnTo>
                    <a:lnTo>
                      <a:pt x="2800350" y="1821649"/>
                    </a:lnTo>
                    <a:lnTo>
                      <a:pt x="280035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0" name="object 10">
                <a:extLst>
                  <a:ext uri="{FF2B5EF4-FFF2-40B4-BE49-F238E27FC236}">
                    <a16:creationId xmlns:a16="http://schemas.microsoft.com/office/drawing/2014/main" id="{1254251D-E557-5A67-323B-766C2269BE5D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714375" y="1528762"/>
                <a:ext cx="128587" cy="128587"/>
              </a:xfrm>
              <a:prstGeom prst="rect">
                <a:avLst/>
              </a:prstGeom>
            </p:spPr>
          </p:pic>
        </p:grp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D61D9613-E310-008C-CCCD-563540676C69}"/>
                </a:ext>
              </a:extLst>
            </p:cNvPr>
            <p:cNvSpPr txBox="1"/>
            <p:nvPr/>
          </p:nvSpPr>
          <p:spPr>
            <a:xfrm>
              <a:off x="571500" y="1364449"/>
              <a:ext cx="2800350" cy="1821814"/>
            </a:xfrm>
            <a:prstGeom prst="rect">
              <a:avLst/>
            </a:prstGeom>
            <a:ln w="9144">
              <a:solidFill>
                <a:srgbClr val="E5E6EB"/>
              </a:solidFill>
            </a:ln>
          </p:spPr>
          <p:txBody>
            <a:bodyPr vert="horz" wrap="square" lIns="0" tIns="18415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145"/>
                </a:spcBef>
              </a:pPr>
              <a:endParaRPr sz="900">
                <a:latin typeface="Times New Roman"/>
                <a:cs typeface="Times New Roman"/>
              </a:endParaRPr>
            </a:p>
            <a:p>
              <a:pPr marL="342900">
                <a:lnSpc>
                  <a:spcPct val="100000"/>
                </a:lnSpc>
              </a:pPr>
              <a:r>
                <a:rPr sz="900" b="1" spc="-90" dirty="0">
                  <a:solidFill>
                    <a:srgbClr val="111826"/>
                  </a:solidFill>
                  <a:latin typeface="Malgun Gothic"/>
                  <a:cs typeface="Malgun Gothic"/>
                </a:rPr>
                <a:t>방</a:t>
              </a:r>
              <a:r>
                <a:rPr sz="900" b="1" spc="-65" dirty="0">
                  <a:solidFill>
                    <a:srgbClr val="111826"/>
                  </a:solidFill>
                  <a:latin typeface="Malgun Gothic"/>
                  <a:cs typeface="Malgun Gothic"/>
                </a:rPr>
                <a:t> </a:t>
              </a:r>
              <a:r>
                <a:rPr sz="900" b="1" spc="-85" dirty="0">
                  <a:solidFill>
                    <a:srgbClr val="111826"/>
                  </a:solidFill>
                  <a:latin typeface="Malgun Gothic"/>
                  <a:cs typeface="Malgun Gothic"/>
                </a:rPr>
                <a:t>사진</a:t>
              </a:r>
              <a:r>
                <a:rPr sz="900" b="1" spc="-60" dirty="0">
                  <a:solidFill>
                    <a:srgbClr val="111826"/>
                  </a:solidFill>
                  <a:latin typeface="Malgun Gothic"/>
                  <a:cs typeface="Malgun Gothic"/>
                </a:rPr>
                <a:t> </a:t>
              </a:r>
              <a:r>
                <a:rPr sz="900" b="1" spc="-25" dirty="0">
                  <a:solidFill>
                    <a:srgbClr val="111826"/>
                  </a:solidFill>
                  <a:latin typeface="Malgun Gothic"/>
                  <a:cs typeface="Malgun Gothic"/>
                </a:rPr>
                <a:t>업로드</a:t>
              </a:r>
              <a:endParaRPr sz="900">
                <a:latin typeface="Malgun Gothic"/>
                <a:cs typeface="Malgun Gothic"/>
              </a:endParaRPr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6CC1DFB0-0F6F-CE3C-6F70-CC76B1B72566}"/>
                </a:ext>
              </a:extLst>
            </p:cNvPr>
            <p:cNvSpPr/>
            <p:nvPr/>
          </p:nvSpPr>
          <p:spPr>
            <a:xfrm>
              <a:off x="714374" y="1785937"/>
              <a:ext cx="2514600" cy="857250"/>
            </a:xfrm>
            <a:custGeom>
              <a:avLst/>
              <a:gdLst/>
              <a:ahLst/>
              <a:cxnLst/>
              <a:rect l="l" t="t" r="r" b="b"/>
              <a:pathLst>
                <a:path w="2514600" h="857250">
                  <a:moveTo>
                    <a:pt x="2514600" y="0"/>
                  </a:moveTo>
                  <a:lnTo>
                    <a:pt x="0" y="0"/>
                  </a:lnTo>
                  <a:lnTo>
                    <a:pt x="0" y="857250"/>
                  </a:lnTo>
                  <a:lnTo>
                    <a:pt x="2514600" y="857250"/>
                  </a:lnTo>
                  <a:lnTo>
                    <a:pt x="2514600" y="0"/>
                  </a:lnTo>
                  <a:close/>
                </a:path>
              </a:pathLst>
            </a:custGeom>
            <a:blipFill dpi="0"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6C6CA6D8-42AC-21CF-CF36-9857EAAF52DC}"/>
                </a:ext>
              </a:extLst>
            </p:cNvPr>
            <p:cNvSpPr/>
            <p:nvPr/>
          </p:nvSpPr>
          <p:spPr>
            <a:xfrm>
              <a:off x="714374" y="1785937"/>
              <a:ext cx="2514600" cy="857250"/>
            </a:xfrm>
            <a:custGeom>
              <a:avLst/>
              <a:gdLst/>
              <a:ahLst/>
              <a:cxnLst/>
              <a:rect l="l" t="t" r="r" b="b"/>
              <a:pathLst>
                <a:path w="2514600" h="857250">
                  <a:moveTo>
                    <a:pt x="0" y="0"/>
                  </a:moveTo>
                  <a:lnTo>
                    <a:pt x="2514600" y="0"/>
                  </a:lnTo>
                  <a:lnTo>
                    <a:pt x="2514600" y="857250"/>
                  </a:lnTo>
                  <a:lnTo>
                    <a:pt x="0" y="857250"/>
                  </a:lnTo>
                  <a:lnTo>
                    <a:pt x="0" y="0"/>
                  </a:lnTo>
                  <a:close/>
                </a:path>
              </a:pathLst>
            </a:custGeom>
            <a:ln w="9144">
              <a:solidFill>
                <a:srgbClr val="D1D4DA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CC379E02-BF62-D335-1C8F-311C0D1F316F}"/>
                </a:ext>
              </a:extLst>
            </p:cNvPr>
            <p:cNvSpPr/>
            <p:nvPr/>
          </p:nvSpPr>
          <p:spPr>
            <a:xfrm>
              <a:off x="714374" y="2750350"/>
              <a:ext cx="2514600" cy="278765"/>
            </a:xfrm>
            <a:custGeom>
              <a:avLst/>
              <a:gdLst/>
              <a:ahLst/>
              <a:cxnLst/>
              <a:rect l="l" t="t" r="r" b="b"/>
              <a:pathLst>
                <a:path w="2514600" h="278764">
                  <a:moveTo>
                    <a:pt x="2514600" y="0"/>
                  </a:moveTo>
                  <a:lnTo>
                    <a:pt x="0" y="0"/>
                  </a:lnTo>
                  <a:lnTo>
                    <a:pt x="0" y="278599"/>
                  </a:lnTo>
                  <a:lnTo>
                    <a:pt x="2514600" y="278599"/>
                  </a:lnTo>
                  <a:lnTo>
                    <a:pt x="2514600" y="0"/>
                  </a:lnTo>
                  <a:close/>
                </a:path>
              </a:pathLst>
            </a:custGeom>
            <a:solidFill>
              <a:srgbClr val="636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>
              <a:extLst>
                <a:ext uri="{FF2B5EF4-FFF2-40B4-BE49-F238E27FC236}">
                  <a16:creationId xmlns:a16="http://schemas.microsoft.com/office/drawing/2014/main" id="{72A75D0E-FD25-6BF4-D4BD-7E5FEC366A86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46631" y="2834284"/>
              <a:ext cx="100012" cy="100012"/>
            </a:xfrm>
            <a:prstGeom prst="rect">
              <a:avLst/>
            </a:prstGeom>
          </p:spPr>
        </p:pic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4D1D6D5E-137A-BDCA-E6E1-B4160F471434}"/>
                </a:ext>
              </a:extLst>
            </p:cNvPr>
            <p:cNvSpPr txBox="1"/>
            <p:nvPr/>
          </p:nvSpPr>
          <p:spPr>
            <a:xfrm>
              <a:off x="714375" y="2750350"/>
              <a:ext cx="2514600" cy="278765"/>
            </a:xfrm>
            <a:prstGeom prst="rect">
              <a:avLst/>
            </a:prstGeom>
          </p:spPr>
          <p:txBody>
            <a:bodyPr vert="horz" wrap="square" lIns="0" tIns="80010" rIns="0" bIns="0" rtlCol="0">
              <a:spAutoFit/>
            </a:bodyPr>
            <a:lstStyle/>
            <a:p>
              <a:pPr marL="100330" algn="ctr">
                <a:lnSpc>
                  <a:spcPct val="100000"/>
                </a:lnSpc>
                <a:spcBef>
                  <a:spcPts val="630"/>
                </a:spcBef>
              </a:pPr>
              <a:r>
                <a:rPr sz="700" b="1" spc="-65" dirty="0">
                  <a:solidFill>
                    <a:srgbClr val="FFFFFF"/>
                  </a:solidFill>
                  <a:latin typeface="Malgun Gothic"/>
                  <a:cs typeface="Malgun Gothic"/>
                </a:rPr>
                <a:t>사진</a:t>
              </a:r>
              <a:r>
                <a:rPr sz="700" b="1" spc="-55" dirty="0">
                  <a:solidFill>
                    <a:srgbClr val="FFFFFF"/>
                  </a:solidFill>
                  <a:latin typeface="Malgun Gothic"/>
                  <a:cs typeface="Malgun Gothic"/>
                </a:rPr>
                <a:t> </a:t>
              </a:r>
              <a:r>
                <a:rPr sz="700" b="1" spc="-25" dirty="0">
                  <a:solidFill>
                    <a:srgbClr val="FFFFFF"/>
                  </a:solidFill>
                  <a:latin typeface="Malgun Gothic"/>
                  <a:cs typeface="Malgun Gothic"/>
                </a:rPr>
                <a:t>업로드</a:t>
              </a:r>
              <a:endParaRPr sz="700">
                <a:latin typeface="Malgun Gothic"/>
                <a:cs typeface="Malgun Gothic"/>
              </a:endParaRPr>
            </a:p>
          </p:txBody>
        </p:sp>
      </p:grpSp>
      <p:grpSp>
        <p:nvGrpSpPr>
          <p:cNvPr id="108" name="그룹 107">
            <a:extLst>
              <a:ext uri="{FF2B5EF4-FFF2-40B4-BE49-F238E27FC236}">
                <a16:creationId xmlns:a16="http://schemas.microsoft.com/office/drawing/2014/main" id="{3554008F-B37F-E30C-B2FD-BE15645E0C99}"/>
              </a:ext>
            </a:extLst>
          </p:cNvPr>
          <p:cNvGrpSpPr/>
          <p:nvPr/>
        </p:nvGrpSpPr>
        <p:grpSpPr>
          <a:xfrm>
            <a:off x="3538220" y="1359687"/>
            <a:ext cx="4996180" cy="3438525"/>
            <a:chOff x="3581400" y="1359687"/>
            <a:chExt cx="4996180" cy="3438525"/>
          </a:xfrm>
        </p:grpSpPr>
        <p:grpSp>
          <p:nvGrpSpPr>
            <p:cNvPr id="35" name="object 35">
              <a:extLst>
                <a:ext uri="{FF2B5EF4-FFF2-40B4-BE49-F238E27FC236}">
                  <a16:creationId xmlns:a16="http://schemas.microsoft.com/office/drawing/2014/main" id="{509CE0B8-1912-7CB1-DA15-828D19C3C5C4}"/>
                </a:ext>
              </a:extLst>
            </p:cNvPr>
            <p:cNvGrpSpPr/>
            <p:nvPr/>
          </p:nvGrpSpPr>
          <p:grpSpPr>
            <a:xfrm>
              <a:off x="3581400" y="1359687"/>
              <a:ext cx="4996180" cy="3438525"/>
              <a:chOff x="3581400" y="1359687"/>
              <a:chExt cx="4996180" cy="3438525"/>
            </a:xfrm>
          </p:grpSpPr>
          <p:sp>
            <p:nvSpPr>
              <p:cNvPr id="36" name="object 36">
                <a:extLst>
                  <a:ext uri="{FF2B5EF4-FFF2-40B4-BE49-F238E27FC236}">
                    <a16:creationId xmlns:a16="http://schemas.microsoft.com/office/drawing/2014/main" id="{047A3B20-EDC3-C0C3-B443-8CEE10DA8220}"/>
                  </a:ext>
                </a:extLst>
              </p:cNvPr>
              <p:cNvSpPr/>
              <p:nvPr/>
            </p:nvSpPr>
            <p:spPr>
              <a:xfrm>
                <a:off x="3586162" y="1364449"/>
                <a:ext cx="4986655" cy="3429000"/>
              </a:xfrm>
              <a:custGeom>
                <a:avLst/>
                <a:gdLst/>
                <a:ahLst/>
                <a:cxnLst/>
                <a:rect l="l" t="t" r="r" b="b"/>
                <a:pathLst>
                  <a:path w="4986655" h="3429000">
                    <a:moveTo>
                      <a:pt x="4986337" y="0"/>
                    </a:moveTo>
                    <a:lnTo>
                      <a:pt x="0" y="0"/>
                    </a:lnTo>
                    <a:lnTo>
                      <a:pt x="0" y="3429000"/>
                    </a:lnTo>
                    <a:lnTo>
                      <a:pt x="4986337" y="3429000"/>
                    </a:lnTo>
                    <a:lnTo>
                      <a:pt x="4986337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7" name="object 37">
                <a:extLst>
                  <a:ext uri="{FF2B5EF4-FFF2-40B4-BE49-F238E27FC236}">
                    <a16:creationId xmlns:a16="http://schemas.microsoft.com/office/drawing/2014/main" id="{8F230688-E6C1-DD54-332F-C864D0C0DD59}"/>
                  </a:ext>
                </a:extLst>
              </p:cNvPr>
              <p:cNvSpPr/>
              <p:nvPr/>
            </p:nvSpPr>
            <p:spPr>
              <a:xfrm>
                <a:off x="3586162" y="1364449"/>
                <a:ext cx="4986655" cy="3429000"/>
              </a:xfrm>
              <a:custGeom>
                <a:avLst/>
                <a:gdLst/>
                <a:ahLst/>
                <a:cxnLst/>
                <a:rect l="l" t="t" r="r" b="b"/>
                <a:pathLst>
                  <a:path w="4986655" h="3429000">
                    <a:moveTo>
                      <a:pt x="0" y="0"/>
                    </a:moveTo>
                    <a:lnTo>
                      <a:pt x="4986337" y="0"/>
                    </a:lnTo>
                    <a:lnTo>
                      <a:pt x="4986337" y="3429000"/>
                    </a:lnTo>
                    <a:lnTo>
                      <a:pt x="0" y="3429000"/>
                    </a:lnTo>
                    <a:lnTo>
                      <a:pt x="0" y="0"/>
                    </a:lnTo>
                    <a:close/>
                  </a:path>
                </a:pathLst>
              </a:custGeom>
              <a:ln w="9144">
                <a:solidFill>
                  <a:srgbClr val="E5E6EB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8" name="object 38">
                <a:extLst>
                  <a:ext uri="{FF2B5EF4-FFF2-40B4-BE49-F238E27FC236}">
                    <a16:creationId xmlns:a16="http://schemas.microsoft.com/office/drawing/2014/main" id="{EFD23512-FC63-6EB3-8032-355535474B12}"/>
                  </a:ext>
                </a:extLst>
              </p:cNvPr>
              <p:cNvSpPr/>
              <p:nvPr/>
            </p:nvSpPr>
            <p:spPr>
              <a:xfrm>
                <a:off x="6279349" y="1627885"/>
                <a:ext cx="678815" cy="214629"/>
              </a:xfrm>
              <a:custGeom>
                <a:avLst/>
                <a:gdLst/>
                <a:ahLst/>
                <a:cxnLst/>
                <a:rect l="l" t="t" r="r" b="b"/>
                <a:pathLst>
                  <a:path w="678815" h="214630">
                    <a:moveTo>
                      <a:pt x="678656" y="0"/>
                    </a:moveTo>
                    <a:lnTo>
                      <a:pt x="0" y="0"/>
                    </a:lnTo>
                    <a:lnTo>
                      <a:pt x="0" y="214312"/>
                    </a:lnTo>
                    <a:lnTo>
                      <a:pt x="678656" y="214312"/>
                    </a:lnTo>
                    <a:lnTo>
                      <a:pt x="678656" y="0"/>
                    </a:lnTo>
                    <a:close/>
                  </a:path>
                </a:pathLst>
              </a:custGeom>
              <a:solidFill>
                <a:srgbClr val="EDF2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39" name="object 39">
                <a:extLst>
                  <a:ext uri="{FF2B5EF4-FFF2-40B4-BE49-F238E27FC236}">
                    <a16:creationId xmlns:a16="http://schemas.microsoft.com/office/drawing/2014/main" id="{F038C90A-CF90-C5B1-FB6C-8394F7C4E37D}"/>
                  </a:ext>
                </a:extLst>
              </p:cNvPr>
              <p:cNvPicPr/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6379375" y="1681454"/>
                <a:ext cx="107155" cy="85725"/>
              </a:xfrm>
              <a:prstGeom prst="rect">
                <a:avLst/>
              </a:prstGeom>
            </p:spPr>
          </p:pic>
        </p:grpSp>
        <p:sp>
          <p:nvSpPr>
            <p:cNvPr id="40" name="object 40">
              <a:extLst>
                <a:ext uri="{FF2B5EF4-FFF2-40B4-BE49-F238E27FC236}">
                  <a16:creationId xmlns:a16="http://schemas.microsoft.com/office/drawing/2014/main" id="{428B650B-3BAE-0E85-BC21-3B734C23809B}"/>
                </a:ext>
              </a:extLst>
            </p:cNvPr>
            <p:cNvSpPr txBox="1"/>
            <p:nvPr/>
          </p:nvSpPr>
          <p:spPr>
            <a:xfrm>
              <a:off x="6279350" y="1627885"/>
              <a:ext cx="678815" cy="214629"/>
            </a:xfrm>
            <a:prstGeom prst="rect">
              <a:avLst/>
            </a:prstGeom>
            <a:ln w="9144">
              <a:solidFill>
                <a:srgbClr val="6366F1"/>
              </a:solidFill>
            </a:ln>
          </p:spPr>
          <p:txBody>
            <a:bodyPr vert="horz" wrap="square" lIns="0" tIns="52705" rIns="0" bIns="0" rtlCol="0">
              <a:spAutoFit/>
            </a:bodyPr>
            <a:lstStyle/>
            <a:p>
              <a:pPr marL="207010">
                <a:lnSpc>
                  <a:spcPct val="100000"/>
                </a:lnSpc>
                <a:spcBef>
                  <a:spcPts val="415"/>
                </a:spcBef>
              </a:pPr>
              <a:r>
                <a:rPr sz="600" b="1" spc="-55" dirty="0">
                  <a:solidFill>
                    <a:srgbClr val="6366F1"/>
                  </a:solidFill>
                  <a:latin typeface="Malgun Gothic"/>
                  <a:cs typeface="Malgun Gothic"/>
                </a:rPr>
                <a:t>가구</a:t>
              </a:r>
              <a:r>
                <a:rPr sz="600" b="1" spc="-45" dirty="0">
                  <a:solidFill>
                    <a:srgbClr val="6366F1"/>
                  </a:solidFill>
                  <a:latin typeface="Malgun Gothic"/>
                  <a:cs typeface="Malgun Gothic"/>
                </a:rPr>
                <a:t> </a:t>
              </a:r>
              <a:r>
                <a:rPr sz="600" b="1" spc="-25" dirty="0">
                  <a:solidFill>
                    <a:srgbClr val="6366F1"/>
                  </a:solidFill>
                  <a:latin typeface="Malgun Gothic"/>
                  <a:cs typeface="Malgun Gothic"/>
                </a:rPr>
                <a:t>변경</a:t>
              </a:r>
              <a:endParaRPr sz="600">
                <a:latin typeface="Malgun Gothic"/>
                <a:cs typeface="Malgun Gothic"/>
              </a:endParaRPr>
            </a:p>
          </p:txBody>
        </p:sp>
        <p:grpSp>
          <p:nvGrpSpPr>
            <p:cNvPr id="41" name="object 41">
              <a:extLst>
                <a:ext uri="{FF2B5EF4-FFF2-40B4-BE49-F238E27FC236}">
                  <a16:creationId xmlns:a16="http://schemas.microsoft.com/office/drawing/2014/main" id="{4C3C5ED7-F925-A33A-FFFC-A809AC29EC7B}"/>
                </a:ext>
              </a:extLst>
            </p:cNvPr>
            <p:cNvGrpSpPr/>
            <p:nvPr/>
          </p:nvGrpSpPr>
          <p:grpSpPr>
            <a:xfrm>
              <a:off x="7029450" y="1627885"/>
              <a:ext cx="657225" cy="214629"/>
              <a:chOff x="7029450" y="1627885"/>
              <a:chExt cx="657225" cy="214629"/>
            </a:xfrm>
          </p:grpSpPr>
          <p:sp>
            <p:nvSpPr>
              <p:cNvPr id="42" name="object 42">
                <a:extLst>
                  <a:ext uri="{FF2B5EF4-FFF2-40B4-BE49-F238E27FC236}">
                    <a16:creationId xmlns:a16="http://schemas.microsoft.com/office/drawing/2014/main" id="{914213B1-4E93-C916-19D8-2D7FCCCD51F9}"/>
                  </a:ext>
                </a:extLst>
              </p:cNvPr>
              <p:cNvSpPr/>
              <p:nvPr/>
            </p:nvSpPr>
            <p:spPr>
              <a:xfrm>
                <a:off x="7029450" y="1627885"/>
                <a:ext cx="657225" cy="214629"/>
              </a:xfrm>
              <a:custGeom>
                <a:avLst/>
                <a:gdLst/>
                <a:ahLst/>
                <a:cxnLst/>
                <a:rect l="l" t="t" r="r" b="b"/>
                <a:pathLst>
                  <a:path w="657225" h="214630">
                    <a:moveTo>
                      <a:pt x="657225" y="0"/>
                    </a:moveTo>
                    <a:lnTo>
                      <a:pt x="0" y="0"/>
                    </a:lnTo>
                    <a:lnTo>
                      <a:pt x="0" y="214312"/>
                    </a:lnTo>
                    <a:lnTo>
                      <a:pt x="657225" y="214312"/>
                    </a:lnTo>
                    <a:lnTo>
                      <a:pt x="657225" y="0"/>
                    </a:lnTo>
                    <a:close/>
                  </a:path>
                </a:pathLst>
              </a:custGeom>
              <a:solidFill>
                <a:srgbClr val="F8F9FA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43" name="object 43">
                <a:extLst>
                  <a:ext uri="{FF2B5EF4-FFF2-40B4-BE49-F238E27FC236}">
                    <a16:creationId xmlns:a16="http://schemas.microsoft.com/office/drawing/2014/main" id="{A74F3239-4119-53D1-C8C5-6F60A4214AEB}"/>
                  </a:ext>
                </a:extLst>
              </p:cNvPr>
              <p:cNvPicPr/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7129462" y="1681454"/>
                <a:ext cx="85725" cy="85725"/>
              </a:xfrm>
              <a:prstGeom prst="rect">
                <a:avLst/>
              </a:prstGeom>
            </p:spPr>
          </p:pic>
        </p:grpSp>
        <p:sp>
          <p:nvSpPr>
            <p:cNvPr id="44" name="object 44">
              <a:extLst>
                <a:ext uri="{FF2B5EF4-FFF2-40B4-BE49-F238E27FC236}">
                  <a16:creationId xmlns:a16="http://schemas.microsoft.com/office/drawing/2014/main" id="{34FB6603-D45E-501B-7E70-B4A722DE5D01}"/>
                </a:ext>
              </a:extLst>
            </p:cNvPr>
            <p:cNvSpPr txBox="1"/>
            <p:nvPr/>
          </p:nvSpPr>
          <p:spPr>
            <a:xfrm>
              <a:off x="7029450" y="1627885"/>
              <a:ext cx="657225" cy="214629"/>
            </a:xfrm>
            <a:prstGeom prst="rect">
              <a:avLst/>
            </a:prstGeom>
            <a:ln w="9144">
              <a:solidFill>
                <a:srgbClr val="E5E6EB"/>
              </a:solidFill>
            </a:ln>
          </p:spPr>
          <p:txBody>
            <a:bodyPr vert="horz" wrap="square" lIns="0" tIns="52705" rIns="0" bIns="0" rtlCol="0">
              <a:spAutoFit/>
            </a:bodyPr>
            <a:lstStyle/>
            <a:p>
              <a:pPr marL="185420">
                <a:lnSpc>
                  <a:spcPct val="100000"/>
                </a:lnSpc>
                <a:spcBef>
                  <a:spcPts val="415"/>
                </a:spcBef>
              </a:pPr>
              <a:r>
                <a:rPr sz="600" spc="-55" dirty="0">
                  <a:solidFill>
                    <a:srgbClr val="4B5463"/>
                  </a:solidFill>
                  <a:latin typeface="Malgun Gothic"/>
                  <a:cs typeface="Malgun Gothic"/>
                </a:rPr>
                <a:t>벽지</a:t>
              </a:r>
              <a:r>
                <a:rPr sz="600" spc="-45" dirty="0">
                  <a:solidFill>
                    <a:srgbClr val="4B5463"/>
                  </a:solidFill>
                  <a:latin typeface="Malgun Gothic"/>
                  <a:cs typeface="Malgun Gothic"/>
                </a:rPr>
                <a:t> </a:t>
              </a:r>
              <a:r>
                <a:rPr sz="600" spc="-25" dirty="0">
                  <a:solidFill>
                    <a:srgbClr val="4B5463"/>
                  </a:solidFill>
                  <a:latin typeface="Malgun Gothic"/>
                  <a:cs typeface="Malgun Gothic"/>
                </a:rPr>
                <a:t>변경</a:t>
              </a:r>
              <a:endParaRPr sz="600">
                <a:latin typeface="Malgun Gothic"/>
                <a:cs typeface="Malgun Gothic"/>
              </a:endParaRPr>
            </a:p>
          </p:txBody>
        </p:sp>
        <p:grpSp>
          <p:nvGrpSpPr>
            <p:cNvPr id="45" name="object 45">
              <a:extLst>
                <a:ext uri="{FF2B5EF4-FFF2-40B4-BE49-F238E27FC236}">
                  <a16:creationId xmlns:a16="http://schemas.microsoft.com/office/drawing/2014/main" id="{235FF9D8-B2C8-F4C7-7C13-4DC15DFC9453}"/>
                </a:ext>
              </a:extLst>
            </p:cNvPr>
            <p:cNvGrpSpPr/>
            <p:nvPr/>
          </p:nvGrpSpPr>
          <p:grpSpPr>
            <a:xfrm>
              <a:off x="7758112" y="1627885"/>
              <a:ext cx="636270" cy="214629"/>
              <a:chOff x="7758112" y="1627885"/>
              <a:chExt cx="636270" cy="214629"/>
            </a:xfrm>
          </p:grpSpPr>
          <p:sp>
            <p:nvSpPr>
              <p:cNvPr id="46" name="object 46">
                <a:extLst>
                  <a:ext uri="{FF2B5EF4-FFF2-40B4-BE49-F238E27FC236}">
                    <a16:creationId xmlns:a16="http://schemas.microsoft.com/office/drawing/2014/main" id="{EE5FB91A-4351-DA65-B34C-4E5B58B9DE6E}"/>
                  </a:ext>
                </a:extLst>
              </p:cNvPr>
              <p:cNvSpPr/>
              <p:nvPr/>
            </p:nvSpPr>
            <p:spPr>
              <a:xfrm>
                <a:off x="7758112" y="1627885"/>
                <a:ext cx="636270" cy="214629"/>
              </a:xfrm>
              <a:custGeom>
                <a:avLst/>
                <a:gdLst/>
                <a:ahLst/>
                <a:cxnLst/>
                <a:rect l="l" t="t" r="r" b="b"/>
                <a:pathLst>
                  <a:path w="636270" h="214630">
                    <a:moveTo>
                      <a:pt x="635793" y="0"/>
                    </a:moveTo>
                    <a:lnTo>
                      <a:pt x="0" y="0"/>
                    </a:lnTo>
                    <a:lnTo>
                      <a:pt x="0" y="214312"/>
                    </a:lnTo>
                    <a:lnTo>
                      <a:pt x="635793" y="214312"/>
                    </a:lnTo>
                    <a:lnTo>
                      <a:pt x="635793" y="0"/>
                    </a:lnTo>
                    <a:close/>
                  </a:path>
                </a:pathLst>
              </a:custGeom>
              <a:solidFill>
                <a:srgbClr val="F8F9FA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47" name="object 47">
                <a:extLst>
                  <a:ext uri="{FF2B5EF4-FFF2-40B4-BE49-F238E27FC236}">
                    <a16:creationId xmlns:a16="http://schemas.microsoft.com/office/drawing/2014/main" id="{4C2B50BC-CD64-CB7C-4A9D-FA073089525C}"/>
                  </a:ext>
                </a:extLst>
              </p:cNvPr>
              <p:cNvPicPr/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7858125" y="1688604"/>
                <a:ext cx="64293" cy="85725"/>
              </a:xfrm>
              <a:prstGeom prst="rect">
                <a:avLst/>
              </a:prstGeom>
            </p:spPr>
          </p:pic>
        </p:grpSp>
        <p:sp>
          <p:nvSpPr>
            <p:cNvPr id="48" name="object 48">
              <a:extLst>
                <a:ext uri="{FF2B5EF4-FFF2-40B4-BE49-F238E27FC236}">
                  <a16:creationId xmlns:a16="http://schemas.microsoft.com/office/drawing/2014/main" id="{0B44EB31-9E15-E4BF-95B3-0CC5035DA4CB}"/>
                </a:ext>
              </a:extLst>
            </p:cNvPr>
            <p:cNvSpPr txBox="1"/>
            <p:nvPr/>
          </p:nvSpPr>
          <p:spPr>
            <a:xfrm>
              <a:off x="7758112" y="1627885"/>
              <a:ext cx="636270" cy="214629"/>
            </a:xfrm>
            <a:prstGeom prst="rect">
              <a:avLst/>
            </a:prstGeom>
            <a:ln w="9144">
              <a:solidFill>
                <a:srgbClr val="E5E6EB"/>
              </a:solidFill>
            </a:ln>
          </p:spPr>
          <p:txBody>
            <a:bodyPr vert="horz" wrap="square" lIns="0" tIns="60325" rIns="0" bIns="0" rtlCol="0">
              <a:spAutoFit/>
            </a:bodyPr>
            <a:lstStyle/>
            <a:p>
              <a:pPr marL="163830">
                <a:lnSpc>
                  <a:spcPct val="100000"/>
                </a:lnSpc>
                <a:spcBef>
                  <a:spcPts val="475"/>
                </a:spcBef>
              </a:pPr>
              <a:r>
                <a:rPr sz="600" spc="-55" dirty="0">
                  <a:solidFill>
                    <a:srgbClr val="4B5463"/>
                  </a:solidFill>
                  <a:latin typeface="Malgun Gothic"/>
                  <a:cs typeface="Malgun Gothic"/>
                </a:rPr>
                <a:t>조명</a:t>
              </a:r>
              <a:r>
                <a:rPr sz="600" spc="-45" dirty="0">
                  <a:solidFill>
                    <a:srgbClr val="4B5463"/>
                  </a:solidFill>
                  <a:latin typeface="Malgun Gothic"/>
                  <a:cs typeface="Malgun Gothic"/>
                </a:rPr>
                <a:t> </a:t>
              </a:r>
              <a:r>
                <a:rPr sz="600" spc="-25" dirty="0">
                  <a:solidFill>
                    <a:srgbClr val="4B5463"/>
                  </a:solidFill>
                  <a:latin typeface="Malgun Gothic"/>
                  <a:cs typeface="Malgun Gothic"/>
                </a:rPr>
                <a:t>설정</a:t>
              </a:r>
              <a:endParaRPr sz="600">
                <a:latin typeface="Malgun Gothic"/>
                <a:cs typeface="Malgun Gothic"/>
              </a:endParaRPr>
            </a:p>
          </p:txBody>
        </p:sp>
        <p:sp>
          <p:nvSpPr>
            <p:cNvPr id="50" name="object 50">
              <a:extLst>
                <a:ext uri="{FF2B5EF4-FFF2-40B4-BE49-F238E27FC236}">
                  <a16:creationId xmlns:a16="http://schemas.microsoft.com/office/drawing/2014/main" id="{E3F1B30B-1ADA-4357-0436-77FD86E8F3DD}"/>
                </a:ext>
              </a:extLst>
            </p:cNvPr>
            <p:cNvSpPr txBox="1"/>
            <p:nvPr/>
          </p:nvSpPr>
          <p:spPr>
            <a:xfrm>
              <a:off x="3764750" y="1452788"/>
              <a:ext cx="2243455" cy="453329"/>
            </a:xfrm>
            <a:prstGeom prst="rect">
              <a:avLst/>
            </a:prstGeom>
          </p:spPr>
          <p:txBody>
            <a:bodyPr vert="horz" wrap="square" lIns="0" tIns="103505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815"/>
                </a:spcBef>
              </a:pPr>
              <a:r>
                <a:rPr lang="ko-KR" altLang="en-US" sz="1100" b="1" dirty="0">
                  <a:solidFill>
                    <a:srgbClr val="111826"/>
                  </a:solidFill>
                  <a:latin typeface="Arial"/>
                  <a:cs typeface="Arial"/>
                </a:rPr>
                <a:t>가구배치 위치 선택</a:t>
              </a:r>
              <a:endParaRPr lang="ko-KR" altLang="en-US" sz="1100" dirty="0">
                <a:latin typeface="Malgun Gothic"/>
                <a:cs typeface="Malgun Gothic"/>
              </a:endParaRPr>
            </a:p>
            <a:p>
              <a:pPr>
                <a:lnSpc>
                  <a:spcPct val="100000"/>
                </a:lnSpc>
                <a:spcBef>
                  <a:spcPts val="484"/>
                </a:spcBef>
              </a:pPr>
              <a:r>
                <a:rPr lang="ko-KR" altLang="en-US" sz="750" spc="-70" dirty="0">
                  <a:solidFill>
                    <a:srgbClr val="6B727F"/>
                  </a:solidFill>
                  <a:latin typeface="Malgun Gothic"/>
                  <a:cs typeface="Malgun Gothic"/>
                </a:rPr>
                <a:t>가구를 배치할 위치를 설정</a:t>
              </a:r>
              <a:r>
                <a:rPr lang="ko-KR" altLang="en-US" sz="750" spc="-60" dirty="0">
                  <a:solidFill>
                    <a:srgbClr val="6B727F"/>
                  </a:solidFill>
                  <a:latin typeface="Malgun Gothic"/>
                  <a:cs typeface="Malgun Gothic"/>
                </a:rPr>
                <a:t>하세요</a:t>
              </a:r>
              <a:endParaRPr lang="ko-KR" altLang="en-US" sz="750" dirty="0">
                <a:latin typeface="Malgun Gothic"/>
                <a:cs typeface="Malgun Gothic"/>
              </a:endParaRPr>
            </a:p>
          </p:txBody>
        </p:sp>
        <p:sp>
          <p:nvSpPr>
            <p:cNvPr id="52" name="object 52">
              <a:extLst>
                <a:ext uri="{FF2B5EF4-FFF2-40B4-BE49-F238E27FC236}">
                  <a16:creationId xmlns:a16="http://schemas.microsoft.com/office/drawing/2014/main" id="{F5CB2C55-00A1-071C-C870-010F25E7DED4}"/>
                </a:ext>
              </a:extLst>
            </p:cNvPr>
            <p:cNvSpPr/>
            <p:nvPr/>
          </p:nvSpPr>
          <p:spPr>
            <a:xfrm>
              <a:off x="3772755" y="2275281"/>
              <a:ext cx="4629631" cy="2061210"/>
            </a:xfrm>
            <a:custGeom>
              <a:avLst/>
              <a:gdLst/>
              <a:ahLst/>
              <a:cxnLst/>
              <a:rect l="l" t="t" r="r" b="b"/>
              <a:pathLst>
                <a:path w="2243454" h="2061210">
                  <a:moveTo>
                    <a:pt x="2243137" y="0"/>
                  </a:moveTo>
                  <a:lnTo>
                    <a:pt x="0" y="0"/>
                  </a:lnTo>
                  <a:lnTo>
                    <a:pt x="0" y="2060968"/>
                  </a:lnTo>
                  <a:lnTo>
                    <a:pt x="2243137" y="2060968"/>
                  </a:lnTo>
                  <a:lnTo>
                    <a:pt x="2243137" y="0"/>
                  </a:lnTo>
                  <a:close/>
                </a:path>
              </a:pathLst>
            </a:custGeom>
            <a:blipFill dpi="0" rotWithShape="1"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4" name="object 64">
              <a:extLst>
                <a:ext uri="{FF2B5EF4-FFF2-40B4-BE49-F238E27FC236}">
                  <a16:creationId xmlns:a16="http://schemas.microsoft.com/office/drawing/2014/main" id="{26695623-89E8-5134-05F6-4D3DDF953799}"/>
                </a:ext>
              </a:extLst>
            </p:cNvPr>
            <p:cNvSpPr txBox="1"/>
            <p:nvPr/>
          </p:nvSpPr>
          <p:spPr>
            <a:xfrm>
              <a:off x="6235852" y="4469600"/>
              <a:ext cx="975994" cy="116839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100"/>
                </a:spcBef>
                <a:tabLst>
                  <a:tab pos="664210" algn="l"/>
                </a:tabLst>
              </a:pPr>
              <a:r>
                <a:rPr sz="600" spc="-60" dirty="0">
                  <a:solidFill>
                    <a:srgbClr val="FFFFFF"/>
                  </a:solidFill>
                  <a:latin typeface="Malgun Gothic"/>
                  <a:cs typeface="Malgun Gothic"/>
                </a:rPr>
                <a:t>새로운</a:t>
              </a:r>
              <a:r>
                <a:rPr sz="600" spc="-30" dirty="0">
                  <a:solidFill>
                    <a:srgbClr val="FFFFFF"/>
                  </a:solidFill>
                  <a:latin typeface="Malgun Gothic"/>
                  <a:cs typeface="Malgun Gothic"/>
                </a:rPr>
                <a:t> </a:t>
              </a:r>
              <a:r>
                <a:rPr sz="600" spc="-25" dirty="0">
                  <a:solidFill>
                    <a:srgbClr val="FFFFFF"/>
                  </a:solidFill>
                  <a:latin typeface="Malgun Gothic"/>
                  <a:cs typeface="Malgun Gothic"/>
                </a:rPr>
                <a:t>소파</a:t>
              </a:r>
              <a:r>
                <a:rPr sz="600" dirty="0">
                  <a:solidFill>
                    <a:srgbClr val="FFFFFF"/>
                  </a:solidFill>
                  <a:latin typeface="Malgun Gothic"/>
                  <a:cs typeface="Malgun Gothic"/>
                </a:rPr>
                <a:t>	</a:t>
              </a:r>
              <a:r>
                <a:rPr sz="600" spc="-55" dirty="0">
                  <a:solidFill>
                    <a:srgbClr val="FFFFFF"/>
                  </a:solidFill>
                  <a:latin typeface="Malgun Gothic"/>
                  <a:cs typeface="Malgun Gothic"/>
                </a:rPr>
                <a:t>그린</a:t>
              </a:r>
              <a:r>
                <a:rPr sz="600" spc="-45" dirty="0">
                  <a:solidFill>
                    <a:srgbClr val="FFFFFF"/>
                  </a:solidFill>
                  <a:latin typeface="Malgun Gothic"/>
                  <a:cs typeface="Malgun Gothic"/>
                </a:rPr>
                <a:t> </a:t>
              </a:r>
              <a:r>
                <a:rPr sz="600" spc="-35" dirty="0">
                  <a:solidFill>
                    <a:srgbClr val="FFFFFF"/>
                  </a:solidFill>
                  <a:latin typeface="Malgun Gothic"/>
                  <a:cs typeface="Malgun Gothic"/>
                </a:rPr>
                <a:t>벨벳</a:t>
              </a:r>
              <a:endParaRPr sz="600">
                <a:latin typeface="Malgun Gothic"/>
                <a:cs typeface="Malgun Gothic"/>
              </a:endParaRPr>
            </a:p>
          </p:txBody>
        </p:sp>
      </p:grpSp>
      <p:grpSp>
        <p:nvGrpSpPr>
          <p:cNvPr id="105" name="그룹 104">
            <a:extLst>
              <a:ext uri="{FF2B5EF4-FFF2-40B4-BE49-F238E27FC236}">
                <a16:creationId xmlns:a16="http://schemas.microsoft.com/office/drawing/2014/main" id="{217C9727-C720-A44D-C42D-3FD1152A616F}"/>
              </a:ext>
            </a:extLst>
          </p:cNvPr>
          <p:cNvGrpSpPr/>
          <p:nvPr/>
        </p:nvGrpSpPr>
        <p:grpSpPr>
          <a:xfrm>
            <a:off x="576200" y="3112136"/>
            <a:ext cx="2800350" cy="1821814"/>
            <a:chOff x="576200" y="2971635"/>
            <a:chExt cx="2800350" cy="1821814"/>
          </a:xfrm>
        </p:grpSpPr>
        <p:sp>
          <p:nvSpPr>
            <p:cNvPr id="102" name="object 9">
              <a:extLst>
                <a:ext uri="{FF2B5EF4-FFF2-40B4-BE49-F238E27FC236}">
                  <a16:creationId xmlns:a16="http://schemas.microsoft.com/office/drawing/2014/main" id="{51B55058-8191-A5AC-4730-FE5FB0F27427}"/>
                </a:ext>
              </a:extLst>
            </p:cNvPr>
            <p:cNvSpPr/>
            <p:nvPr/>
          </p:nvSpPr>
          <p:spPr>
            <a:xfrm>
              <a:off x="576200" y="2971635"/>
              <a:ext cx="2800350" cy="1821814"/>
            </a:xfrm>
            <a:custGeom>
              <a:avLst/>
              <a:gdLst/>
              <a:ahLst/>
              <a:cxnLst/>
              <a:rect l="l" t="t" r="r" b="b"/>
              <a:pathLst>
                <a:path w="2800350" h="1821814">
                  <a:moveTo>
                    <a:pt x="2800350" y="0"/>
                  </a:moveTo>
                  <a:lnTo>
                    <a:pt x="0" y="0"/>
                  </a:lnTo>
                  <a:lnTo>
                    <a:pt x="0" y="1821649"/>
                  </a:lnTo>
                  <a:lnTo>
                    <a:pt x="2800350" y="1821649"/>
                  </a:lnTo>
                  <a:lnTo>
                    <a:pt x="28003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95" name="object 11">
              <a:extLst>
                <a:ext uri="{FF2B5EF4-FFF2-40B4-BE49-F238E27FC236}">
                  <a16:creationId xmlns:a16="http://schemas.microsoft.com/office/drawing/2014/main" id="{023C8B21-9798-FFEE-7C13-D2F6F87E5F2D}"/>
                </a:ext>
              </a:extLst>
            </p:cNvPr>
            <p:cNvSpPr txBox="1"/>
            <p:nvPr/>
          </p:nvSpPr>
          <p:spPr>
            <a:xfrm>
              <a:off x="576200" y="2971635"/>
              <a:ext cx="2800350" cy="295594"/>
            </a:xfrm>
            <a:prstGeom prst="rect">
              <a:avLst/>
            </a:prstGeom>
            <a:ln w="9144">
              <a:noFill/>
            </a:ln>
          </p:spPr>
          <p:txBody>
            <a:bodyPr vert="horz" wrap="square" lIns="0" tIns="18415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145"/>
                </a:spcBef>
              </a:pPr>
              <a:endParaRPr sz="900" dirty="0">
                <a:latin typeface="Times New Roman"/>
                <a:cs typeface="Times New Roman"/>
              </a:endParaRPr>
            </a:p>
            <a:p>
              <a:pPr marL="374650">
                <a:lnSpc>
                  <a:spcPct val="100000"/>
                </a:lnSpc>
              </a:pPr>
              <a:r>
                <a:rPr lang="ko-KR" altLang="en-US" sz="900" b="1" spc="-70" dirty="0">
                  <a:solidFill>
                    <a:srgbClr val="111826"/>
                  </a:solidFill>
                  <a:latin typeface="Malgun Gothic"/>
                  <a:cs typeface="Malgun Gothic"/>
                </a:rPr>
                <a:t>가구</a:t>
              </a:r>
              <a:r>
                <a:rPr lang="en-US" altLang="ko-KR" sz="900" b="1" spc="-70" dirty="0">
                  <a:solidFill>
                    <a:srgbClr val="111826"/>
                  </a:solidFill>
                  <a:latin typeface="Arial"/>
                  <a:cs typeface="Arial"/>
                </a:rPr>
                <a:t>/</a:t>
              </a:r>
              <a:r>
                <a:rPr lang="ko-KR" altLang="en-US" sz="900" b="1" spc="-70" dirty="0">
                  <a:solidFill>
                    <a:srgbClr val="111826"/>
                  </a:solidFill>
                  <a:latin typeface="Malgun Gothic"/>
                  <a:cs typeface="Malgun Gothic"/>
                </a:rPr>
                <a:t>소품</a:t>
              </a:r>
              <a:r>
                <a:rPr lang="ko-KR" altLang="en-US" sz="900" b="1" spc="-45" dirty="0">
                  <a:solidFill>
                    <a:srgbClr val="111826"/>
                  </a:solidFill>
                  <a:latin typeface="Malgun Gothic"/>
                  <a:cs typeface="Malgun Gothic"/>
                </a:rPr>
                <a:t> </a:t>
              </a:r>
              <a:r>
                <a:rPr lang="ko-KR" altLang="en-US" sz="900" b="1" spc="-25" dirty="0">
                  <a:solidFill>
                    <a:srgbClr val="111826"/>
                  </a:solidFill>
                  <a:latin typeface="Malgun Gothic"/>
                  <a:cs typeface="Malgun Gothic"/>
                </a:rPr>
                <a:t>선택</a:t>
              </a:r>
              <a:endParaRPr lang="ko-KR" altLang="en-US" sz="900" dirty="0">
                <a:latin typeface="Malgun Gothic"/>
                <a:cs typeface="Malgun Gothic"/>
              </a:endParaRPr>
            </a:p>
          </p:txBody>
        </p:sp>
        <p:pic>
          <p:nvPicPr>
            <p:cNvPr id="21" name="object 21">
              <a:extLst>
                <a:ext uri="{FF2B5EF4-FFF2-40B4-BE49-F238E27FC236}">
                  <a16:creationId xmlns:a16="http://schemas.microsoft.com/office/drawing/2014/main" id="{29408D66-1927-70DA-CD4C-2879F46A5EAC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14374" y="3155114"/>
              <a:ext cx="160733" cy="128587"/>
            </a:xfrm>
            <a:prstGeom prst="rect">
              <a:avLst/>
            </a:prstGeom>
          </p:spPr>
        </p:pic>
        <p:sp>
          <p:nvSpPr>
            <p:cNvPr id="96" name="object 13">
              <a:extLst>
                <a:ext uri="{FF2B5EF4-FFF2-40B4-BE49-F238E27FC236}">
                  <a16:creationId xmlns:a16="http://schemas.microsoft.com/office/drawing/2014/main" id="{041ECB26-824C-880D-5467-7EC80002D9A1}"/>
                </a:ext>
              </a:extLst>
            </p:cNvPr>
            <p:cNvSpPr/>
            <p:nvPr/>
          </p:nvSpPr>
          <p:spPr>
            <a:xfrm>
              <a:off x="719074" y="3393123"/>
              <a:ext cx="2514600" cy="857250"/>
            </a:xfrm>
            <a:custGeom>
              <a:avLst/>
              <a:gdLst/>
              <a:ahLst/>
              <a:cxnLst/>
              <a:rect l="l" t="t" r="r" b="b"/>
              <a:pathLst>
                <a:path w="2514600" h="857250">
                  <a:moveTo>
                    <a:pt x="2514600" y="0"/>
                  </a:moveTo>
                  <a:lnTo>
                    <a:pt x="0" y="0"/>
                  </a:lnTo>
                  <a:lnTo>
                    <a:pt x="0" y="857250"/>
                  </a:lnTo>
                  <a:lnTo>
                    <a:pt x="2514600" y="857250"/>
                  </a:lnTo>
                  <a:lnTo>
                    <a:pt x="2514600" y="0"/>
                  </a:lnTo>
                  <a:close/>
                </a:path>
              </a:pathLst>
            </a:custGeom>
            <a:solidFill>
              <a:srgbClr val="F2F3F6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97" name="object 14">
              <a:extLst>
                <a:ext uri="{FF2B5EF4-FFF2-40B4-BE49-F238E27FC236}">
                  <a16:creationId xmlns:a16="http://schemas.microsoft.com/office/drawing/2014/main" id="{9EE63115-1726-89D1-5CD2-474C3D5E7C0F}"/>
                </a:ext>
              </a:extLst>
            </p:cNvPr>
            <p:cNvSpPr/>
            <p:nvPr/>
          </p:nvSpPr>
          <p:spPr>
            <a:xfrm>
              <a:off x="719074" y="3393123"/>
              <a:ext cx="2514600" cy="857250"/>
            </a:xfrm>
            <a:custGeom>
              <a:avLst/>
              <a:gdLst/>
              <a:ahLst/>
              <a:cxnLst/>
              <a:rect l="l" t="t" r="r" b="b"/>
              <a:pathLst>
                <a:path w="2514600" h="857250">
                  <a:moveTo>
                    <a:pt x="0" y="0"/>
                  </a:moveTo>
                  <a:lnTo>
                    <a:pt x="2514600" y="0"/>
                  </a:lnTo>
                  <a:lnTo>
                    <a:pt x="2514600" y="857250"/>
                  </a:lnTo>
                  <a:lnTo>
                    <a:pt x="0" y="857250"/>
                  </a:lnTo>
                  <a:lnTo>
                    <a:pt x="0" y="0"/>
                  </a:lnTo>
                  <a:close/>
                </a:path>
              </a:pathLst>
            </a:custGeom>
            <a:ln w="9144">
              <a:solidFill>
                <a:srgbClr val="D1D4DA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8" name="object 15">
              <a:extLst>
                <a:ext uri="{FF2B5EF4-FFF2-40B4-BE49-F238E27FC236}">
                  <a16:creationId xmlns:a16="http://schemas.microsoft.com/office/drawing/2014/main" id="{1E6070DC-C81C-7270-B8B6-F7AECAB847D1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869225" y="3714585"/>
              <a:ext cx="214312" cy="214312"/>
            </a:xfrm>
            <a:prstGeom prst="rect">
              <a:avLst/>
            </a:prstGeom>
          </p:spPr>
        </p:pic>
        <p:sp>
          <p:nvSpPr>
            <p:cNvPr id="99" name="object 16">
              <a:extLst>
                <a:ext uri="{FF2B5EF4-FFF2-40B4-BE49-F238E27FC236}">
                  <a16:creationId xmlns:a16="http://schemas.microsoft.com/office/drawing/2014/main" id="{8E002F34-1BF4-74AA-54DA-4702676CF269}"/>
                </a:ext>
              </a:extLst>
            </p:cNvPr>
            <p:cNvSpPr/>
            <p:nvPr/>
          </p:nvSpPr>
          <p:spPr>
            <a:xfrm>
              <a:off x="719074" y="4357536"/>
              <a:ext cx="2514600" cy="278765"/>
            </a:xfrm>
            <a:custGeom>
              <a:avLst/>
              <a:gdLst/>
              <a:ahLst/>
              <a:cxnLst/>
              <a:rect l="l" t="t" r="r" b="b"/>
              <a:pathLst>
                <a:path w="2514600" h="278764">
                  <a:moveTo>
                    <a:pt x="2514600" y="0"/>
                  </a:moveTo>
                  <a:lnTo>
                    <a:pt x="0" y="0"/>
                  </a:lnTo>
                  <a:lnTo>
                    <a:pt x="0" y="278599"/>
                  </a:lnTo>
                  <a:lnTo>
                    <a:pt x="2514600" y="278599"/>
                  </a:lnTo>
                  <a:lnTo>
                    <a:pt x="2514600" y="0"/>
                  </a:lnTo>
                  <a:close/>
                </a:path>
              </a:pathLst>
            </a:custGeom>
            <a:solidFill>
              <a:srgbClr val="6366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100" name="object 17">
              <a:extLst>
                <a:ext uri="{FF2B5EF4-FFF2-40B4-BE49-F238E27FC236}">
                  <a16:creationId xmlns:a16="http://schemas.microsoft.com/office/drawing/2014/main" id="{3E162462-35E0-C2C6-5229-1E9A88890EA5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51331" y="4441470"/>
              <a:ext cx="100012" cy="100012"/>
            </a:xfrm>
            <a:prstGeom prst="rect">
              <a:avLst/>
            </a:prstGeom>
          </p:spPr>
        </p:pic>
        <p:sp>
          <p:nvSpPr>
            <p:cNvPr id="101" name="object 18">
              <a:extLst>
                <a:ext uri="{FF2B5EF4-FFF2-40B4-BE49-F238E27FC236}">
                  <a16:creationId xmlns:a16="http://schemas.microsoft.com/office/drawing/2014/main" id="{CFC19BAF-E2AF-76CE-603A-5C82E9EA7B50}"/>
                </a:ext>
              </a:extLst>
            </p:cNvPr>
            <p:cNvSpPr txBox="1"/>
            <p:nvPr/>
          </p:nvSpPr>
          <p:spPr>
            <a:xfrm>
              <a:off x="719075" y="4357536"/>
              <a:ext cx="2514600" cy="278765"/>
            </a:xfrm>
            <a:prstGeom prst="rect">
              <a:avLst/>
            </a:prstGeom>
          </p:spPr>
          <p:txBody>
            <a:bodyPr vert="horz" wrap="square" lIns="0" tIns="80010" rIns="0" bIns="0" rtlCol="0">
              <a:spAutoFit/>
            </a:bodyPr>
            <a:lstStyle/>
            <a:p>
              <a:pPr marL="100330" algn="ctr">
                <a:lnSpc>
                  <a:spcPct val="100000"/>
                </a:lnSpc>
                <a:spcBef>
                  <a:spcPts val="630"/>
                </a:spcBef>
              </a:pPr>
              <a:r>
                <a:rPr sz="700" b="1" spc="-65" dirty="0">
                  <a:solidFill>
                    <a:srgbClr val="FFFFFF"/>
                  </a:solidFill>
                  <a:latin typeface="Malgun Gothic"/>
                  <a:cs typeface="Malgun Gothic"/>
                </a:rPr>
                <a:t>사진</a:t>
              </a:r>
              <a:r>
                <a:rPr sz="700" b="1" spc="-55" dirty="0">
                  <a:solidFill>
                    <a:srgbClr val="FFFFFF"/>
                  </a:solidFill>
                  <a:latin typeface="Malgun Gothic"/>
                  <a:cs typeface="Malgun Gothic"/>
                </a:rPr>
                <a:t> </a:t>
              </a:r>
              <a:r>
                <a:rPr sz="700" b="1" spc="-25" dirty="0">
                  <a:solidFill>
                    <a:srgbClr val="FFFFFF"/>
                  </a:solidFill>
                  <a:latin typeface="Malgun Gothic"/>
                  <a:cs typeface="Malgun Gothic"/>
                </a:rPr>
                <a:t>업로드</a:t>
              </a:r>
              <a:endParaRPr sz="700">
                <a:latin typeface="Malgun Gothic"/>
                <a:cs typeface="Malgun Gothic"/>
              </a:endParaRPr>
            </a:p>
          </p:txBody>
        </p:sp>
        <p:grpSp>
          <p:nvGrpSpPr>
            <p:cNvPr id="104" name="그룹 103">
              <a:extLst>
                <a:ext uri="{FF2B5EF4-FFF2-40B4-BE49-F238E27FC236}">
                  <a16:creationId xmlns:a16="http://schemas.microsoft.com/office/drawing/2014/main" id="{75DDEF27-A302-882C-BFA3-79860E69D109}"/>
                </a:ext>
              </a:extLst>
            </p:cNvPr>
            <p:cNvGrpSpPr/>
            <p:nvPr/>
          </p:nvGrpSpPr>
          <p:grpSpPr>
            <a:xfrm>
              <a:off x="714374" y="4357536"/>
              <a:ext cx="2514600" cy="278765"/>
              <a:chOff x="714375" y="4371975"/>
              <a:chExt cx="2514600" cy="278765"/>
            </a:xfrm>
          </p:grpSpPr>
          <p:grpSp>
            <p:nvGrpSpPr>
              <p:cNvPr id="31" name="object 31">
                <a:extLst>
                  <a:ext uri="{FF2B5EF4-FFF2-40B4-BE49-F238E27FC236}">
                    <a16:creationId xmlns:a16="http://schemas.microsoft.com/office/drawing/2014/main" id="{30E6E88F-A6D7-5F47-EE78-1C81167EFAB7}"/>
                  </a:ext>
                </a:extLst>
              </p:cNvPr>
              <p:cNvGrpSpPr/>
              <p:nvPr/>
            </p:nvGrpSpPr>
            <p:grpSpPr>
              <a:xfrm>
                <a:off x="714375" y="4371975"/>
                <a:ext cx="2514600" cy="278765"/>
                <a:chOff x="714375" y="4371975"/>
                <a:chExt cx="2514600" cy="278765"/>
              </a:xfrm>
            </p:grpSpPr>
            <p:sp>
              <p:nvSpPr>
                <p:cNvPr id="32" name="object 32">
                  <a:extLst>
                    <a:ext uri="{FF2B5EF4-FFF2-40B4-BE49-F238E27FC236}">
                      <a16:creationId xmlns:a16="http://schemas.microsoft.com/office/drawing/2014/main" id="{790313DE-F39D-D6A9-2A7A-7AA86387F6F1}"/>
                    </a:ext>
                  </a:extLst>
                </p:cNvPr>
                <p:cNvSpPr/>
                <p:nvPr/>
              </p:nvSpPr>
              <p:spPr>
                <a:xfrm>
                  <a:off x="714375" y="4371975"/>
                  <a:ext cx="2514600" cy="2787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4600" h="278764">
                      <a:moveTo>
                        <a:pt x="2514600" y="0"/>
                      </a:moveTo>
                      <a:lnTo>
                        <a:pt x="0" y="0"/>
                      </a:lnTo>
                      <a:lnTo>
                        <a:pt x="0" y="278599"/>
                      </a:lnTo>
                      <a:lnTo>
                        <a:pt x="2514600" y="278599"/>
                      </a:lnTo>
                      <a:lnTo>
                        <a:pt x="2514600" y="0"/>
                      </a:lnTo>
                      <a:close/>
                    </a:path>
                  </a:pathLst>
                </a:custGeom>
                <a:solidFill>
                  <a:srgbClr val="6366F1"/>
                </a:solidFill>
              </p:spPr>
              <p:txBody>
                <a:bodyPr wrap="square" lIns="0" tIns="0" rIns="0" bIns="0" rtlCol="0"/>
                <a:lstStyle/>
                <a:p>
                  <a:endParaRPr dirty="0"/>
                </a:p>
              </p:txBody>
            </p:sp>
            <p:pic>
              <p:nvPicPr>
                <p:cNvPr id="33" name="object 33">
                  <a:extLst>
                    <a:ext uri="{FF2B5EF4-FFF2-40B4-BE49-F238E27FC236}">
                      <a16:creationId xmlns:a16="http://schemas.microsoft.com/office/drawing/2014/main" id="{B16FF03F-075B-4213-6E12-EDDC3A5ECFDC}"/>
                    </a:ext>
                  </a:extLst>
                </p:cNvPr>
                <p:cNvPicPr/>
                <p:nvPr/>
              </p:nvPicPr>
              <p:blipFill>
                <a:blip r:embed="rId12" cstate="print"/>
                <a:stretch>
                  <a:fillRect/>
                </a:stretch>
              </p:blipFill>
              <p:spPr>
                <a:xfrm>
                  <a:off x="1651990" y="4455909"/>
                  <a:ext cx="89296" cy="100012"/>
                </a:xfrm>
                <a:prstGeom prst="rect">
                  <a:avLst/>
                </a:prstGeom>
              </p:spPr>
            </p:pic>
          </p:grpSp>
          <p:sp>
            <p:nvSpPr>
              <p:cNvPr id="34" name="object 34">
                <a:extLst>
                  <a:ext uri="{FF2B5EF4-FFF2-40B4-BE49-F238E27FC236}">
                    <a16:creationId xmlns:a16="http://schemas.microsoft.com/office/drawing/2014/main" id="{CD52D464-DAAF-C8AD-8944-5DC8621B4B87}"/>
                  </a:ext>
                </a:extLst>
              </p:cNvPr>
              <p:cNvSpPr txBox="1"/>
              <p:nvPr/>
            </p:nvSpPr>
            <p:spPr>
              <a:xfrm>
                <a:off x="714375" y="4371975"/>
                <a:ext cx="2514600" cy="188513"/>
              </a:xfrm>
              <a:prstGeom prst="rect">
                <a:avLst/>
              </a:prstGeom>
            </p:spPr>
            <p:txBody>
              <a:bodyPr vert="horz" wrap="square" lIns="0" tIns="80010" rIns="0" bIns="0" rtlCol="0">
                <a:spAutoFit/>
              </a:bodyPr>
              <a:lstStyle/>
              <a:p>
                <a:pPr marL="89535" algn="ctr">
                  <a:lnSpc>
                    <a:spcPct val="100000"/>
                  </a:lnSpc>
                  <a:spcBef>
                    <a:spcPts val="630"/>
                  </a:spcBef>
                </a:pPr>
                <a:r>
                  <a:rPr lang="ko-KR" altLang="en-US" sz="700" b="1" spc="-70" dirty="0">
                    <a:solidFill>
                      <a:srgbClr val="FFFFFF"/>
                    </a:solidFill>
                    <a:latin typeface="Malgun Gothic"/>
                    <a:cs typeface="Malgun Gothic"/>
                  </a:rPr>
                  <a:t>가구</a:t>
                </a:r>
                <a:r>
                  <a:rPr sz="700" b="1" spc="-35" dirty="0">
                    <a:solidFill>
                      <a:srgbClr val="FFFFFF"/>
                    </a:solidFill>
                    <a:latin typeface="Malgun Gothic"/>
                    <a:cs typeface="Malgun Gothic"/>
                  </a:rPr>
                  <a:t> </a:t>
                </a:r>
                <a:r>
                  <a:rPr sz="700" b="1" spc="-25" dirty="0">
                    <a:solidFill>
                      <a:srgbClr val="FFFFFF"/>
                    </a:solidFill>
                    <a:latin typeface="Malgun Gothic"/>
                    <a:cs typeface="Malgun Gothic"/>
                  </a:rPr>
                  <a:t>추가</a:t>
                </a:r>
                <a:endParaRPr sz="700" dirty="0">
                  <a:latin typeface="Malgun Gothic"/>
                  <a:cs typeface="Malgun Gothic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70132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204ED-5356-8439-2E78-CE541A9CE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ACF07BD-FCC1-E68F-45A6-EABF3874B0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8800" y="436346"/>
            <a:ext cx="386080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ko-KR" altLang="en-US" spc="-180" dirty="0"/>
              <a:t>가구</a:t>
            </a:r>
            <a:r>
              <a:rPr lang="en-US" altLang="ko-KR" spc="-180" dirty="0"/>
              <a:t>/</a:t>
            </a:r>
            <a:r>
              <a:rPr lang="ko-KR" altLang="en-US" spc="-180" dirty="0"/>
              <a:t>소품 이미지 업로드</a:t>
            </a:r>
            <a:endParaRPr spc="-17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4EB5DE98-4B55-7DDB-E890-46614FC77EF5}"/>
              </a:ext>
            </a:extLst>
          </p:cNvPr>
          <p:cNvSpPr txBox="1"/>
          <p:nvPr/>
        </p:nvSpPr>
        <p:spPr>
          <a:xfrm>
            <a:off x="558800" y="881621"/>
            <a:ext cx="275907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95" dirty="0">
                <a:solidFill>
                  <a:srgbClr val="4B5463"/>
                </a:solidFill>
                <a:latin typeface="Malgun Gothic"/>
                <a:cs typeface="Malgun Gothic"/>
              </a:rPr>
              <a:t>실제</a:t>
            </a:r>
            <a:r>
              <a:rPr sz="1050" spc="-70" dirty="0">
                <a:solidFill>
                  <a:srgbClr val="4B5463"/>
                </a:solidFill>
                <a:latin typeface="Malgun Gothic"/>
                <a:cs typeface="Malgun Gothic"/>
              </a:rPr>
              <a:t> </a:t>
            </a:r>
            <a:r>
              <a:rPr sz="1050" spc="-95" dirty="0">
                <a:solidFill>
                  <a:srgbClr val="4B5463"/>
                </a:solidFill>
                <a:latin typeface="Malgun Gothic"/>
                <a:cs typeface="Malgun Gothic"/>
              </a:rPr>
              <a:t>방의</a:t>
            </a:r>
            <a:r>
              <a:rPr sz="1050" spc="-70" dirty="0">
                <a:solidFill>
                  <a:srgbClr val="4B5463"/>
                </a:solidFill>
                <a:latin typeface="Malgun Gothic"/>
                <a:cs typeface="Malgun Gothic"/>
              </a:rPr>
              <a:t> </a:t>
            </a:r>
            <a:r>
              <a:rPr sz="1050" spc="-95" dirty="0">
                <a:solidFill>
                  <a:srgbClr val="4B5463"/>
                </a:solidFill>
                <a:latin typeface="Malgun Gothic"/>
                <a:cs typeface="Malgun Gothic"/>
              </a:rPr>
              <a:t>변화를</a:t>
            </a:r>
            <a:r>
              <a:rPr sz="1050" spc="-70" dirty="0">
                <a:solidFill>
                  <a:srgbClr val="4B5463"/>
                </a:solidFill>
                <a:latin typeface="Malgun Gothic"/>
                <a:cs typeface="Malgun Gothic"/>
              </a:rPr>
              <a:t> </a:t>
            </a:r>
            <a:r>
              <a:rPr sz="1050" spc="-100" dirty="0">
                <a:solidFill>
                  <a:srgbClr val="4B5463"/>
                </a:solidFill>
                <a:latin typeface="Malgun Gothic"/>
                <a:cs typeface="Malgun Gothic"/>
              </a:rPr>
              <a:t>직관적으로</a:t>
            </a:r>
            <a:r>
              <a:rPr sz="1050" spc="-70" dirty="0">
                <a:solidFill>
                  <a:srgbClr val="4B5463"/>
                </a:solidFill>
                <a:latin typeface="Malgun Gothic"/>
                <a:cs typeface="Malgun Gothic"/>
              </a:rPr>
              <a:t> </a:t>
            </a:r>
            <a:r>
              <a:rPr sz="1050" spc="-100" dirty="0">
                <a:solidFill>
                  <a:srgbClr val="4B5463"/>
                </a:solidFill>
                <a:latin typeface="Malgun Gothic"/>
                <a:cs typeface="Malgun Gothic"/>
              </a:rPr>
              <a:t>확인하는</a:t>
            </a:r>
            <a:r>
              <a:rPr sz="1050" spc="-70" dirty="0">
                <a:solidFill>
                  <a:srgbClr val="4B5463"/>
                </a:solidFill>
                <a:latin typeface="Malgun Gothic"/>
                <a:cs typeface="Malgun Gothic"/>
              </a:rPr>
              <a:t> </a:t>
            </a:r>
            <a:r>
              <a:rPr sz="1050" spc="-95" dirty="0">
                <a:solidFill>
                  <a:srgbClr val="4B5463"/>
                </a:solidFill>
                <a:latin typeface="Malgun Gothic"/>
                <a:cs typeface="Malgun Gothic"/>
              </a:rPr>
              <a:t>인터페이스</a:t>
            </a:r>
            <a:endParaRPr sz="1050">
              <a:latin typeface="Malgun Gothic"/>
              <a:cs typeface="Malgun Gothic"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F3EEEE2B-25B3-6E7F-3C7B-2B5559E16AF3}"/>
              </a:ext>
            </a:extLst>
          </p:cNvPr>
          <p:cNvGrpSpPr/>
          <p:nvPr/>
        </p:nvGrpSpPr>
        <p:grpSpPr>
          <a:xfrm>
            <a:off x="7772400" y="428625"/>
            <a:ext cx="800100" cy="269875"/>
            <a:chOff x="7772400" y="428625"/>
            <a:chExt cx="800100" cy="26987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77A2425-15D2-4AC3-1250-AC88F4B8B92A}"/>
                </a:ext>
              </a:extLst>
            </p:cNvPr>
            <p:cNvSpPr/>
            <p:nvPr/>
          </p:nvSpPr>
          <p:spPr>
            <a:xfrm>
              <a:off x="7772400" y="428625"/>
              <a:ext cx="800100" cy="269875"/>
            </a:xfrm>
            <a:custGeom>
              <a:avLst/>
              <a:gdLst/>
              <a:ahLst/>
              <a:cxnLst/>
              <a:rect l="l" t="t" r="r" b="b"/>
              <a:pathLst>
                <a:path w="800100" h="269875">
                  <a:moveTo>
                    <a:pt x="800100" y="0"/>
                  </a:moveTo>
                  <a:lnTo>
                    <a:pt x="0" y="0"/>
                  </a:lnTo>
                  <a:lnTo>
                    <a:pt x="0" y="269671"/>
                  </a:lnTo>
                  <a:lnTo>
                    <a:pt x="800100" y="269671"/>
                  </a:lnTo>
                  <a:lnTo>
                    <a:pt x="800100" y="0"/>
                  </a:lnTo>
                  <a:close/>
                </a:path>
              </a:pathLst>
            </a:custGeom>
            <a:solidFill>
              <a:srgbClr val="636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7C772560-D31B-E057-C4D4-F7023D9B7ED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15275" y="506313"/>
              <a:ext cx="85725" cy="114300"/>
            </a:xfrm>
            <a:prstGeom prst="rect">
              <a:avLst/>
            </a:prstGeom>
          </p:spPr>
        </p:pic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B8A9C6F4-1875-FC9B-5368-1B0B3065F6B2}"/>
              </a:ext>
            </a:extLst>
          </p:cNvPr>
          <p:cNvSpPr txBox="1"/>
          <p:nvPr/>
        </p:nvSpPr>
        <p:spPr>
          <a:xfrm>
            <a:off x="7772400" y="428625"/>
            <a:ext cx="800100" cy="26987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285750">
              <a:lnSpc>
                <a:spcPct val="100000"/>
              </a:lnSpc>
              <a:spcBef>
                <a:spcPts val="535"/>
              </a:spcBef>
            </a:pPr>
            <a:r>
              <a:rPr sz="800" b="1" spc="-80" dirty="0">
                <a:solidFill>
                  <a:srgbClr val="FFFFFF"/>
                </a:solidFill>
                <a:latin typeface="Malgun Gothic"/>
                <a:cs typeface="Malgun Gothic"/>
              </a:rPr>
              <a:t>앱</a:t>
            </a:r>
            <a:r>
              <a:rPr sz="800" b="1" spc="-5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800" b="1" spc="-25" dirty="0">
                <a:solidFill>
                  <a:srgbClr val="FFFFFF"/>
                </a:solidFill>
                <a:latin typeface="Malgun Gothic"/>
                <a:cs typeface="Malgun Gothic"/>
              </a:rPr>
              <a:t>목업</a:t>
            </a:r>
            <a:endParaRPr sz="800">
              <a:latin typeface="Malgun Gothic"/>
              <a:cs typeface="Malgun Gothic"/>
            </a:endParaRPr>
          </a:p>
        </p:txBody>
      </p: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9039D8BA-CCD4-0714-D178-BB466C4C6C9F}"/>
              </a:ext>
            </a:extLst>
          </p:cNvPr>
          <p:cNvGrpSpPr/>
          <p:nvPr/>
        </p:nvGrpSpPr>
        <p:grpSpPr>
          <a:xfrm>
            <a:off x="571500" y="1264451"/>
            <a:ext cx="2800350" cy="1821814"/>
            <a:chOff x="571500" y="1364449"/>
            <a:chExt cx="2800350" cy="1821814"/>
          </a:xfrm>
        </p:grpSpPr>
        <p:grpSp>
          <p:nvGrpSpPr>
            <p:cNvPr id="8" name="object 8">
              <a:extLst>
                <a:ext uri="{FF2B5EF4-FFF2-40B4-BE49-F238E27FC236}">
                  <a16:creationId xmlns:a16="http://schemas.microsoft.com/office/drawing/2014/main" id="{4AAB256A-2B95-7B7A-B8FB-11726428641A}"/>
                </a:ext>
              </a:extLst>
            </p:cNvPr>
            <p:cNvGrpSpPr/>
            <p:nvPr/>
          </p:nvGrpSpPr>
          <p:grpSpPr>
            <a:xfrm>
              <a:off x="571500" y="1364449"/>
              <a:ext cx="2800350" cy="1821814"/>
              <a:chOff x="571500" y="1364449"/>
              <a:chExt cx="2800350" cy="1821814"/>
            </a:xfrm>
          </p:grpSpPr>
          <p:sp>
            <p:nvSpPr>
              <p:cNvPr id="9" name="object 9">
                <a:extLst>
                  <a:ext uri="{FF2B5EF4-FFF2-40B4-BE49-F238E27FC236}">
                    <a16:creationId xmlns:a16="http://schemas.microsoft.com/office/drawing/2014/main" id="{2F89B16F-6A61-DB65-3DB2-F16F2675DA72}"/>
                  </a:ext>
                </a:extLst>
              </p:cNvPr>
              <p:cNvSpPr/>
              <p:nvPr/>
            </p:nvSpPr>
            <p:spPr>
              <a:xfrm>
                <a:off x="571500" y="1364449"/>
                <a:ext cx="2800350" cy="1821814"/>
              </a:xfrm>
              <a:custGeom>
                <a:avLst/>
                <a:gdLst/>
                <a:ahLst/>
                <a:cxnLst/>
                <a:rect l="l" t="t" r="r" b="b"/>
                <a:pathLst>
                  <a:path w="2800350" h="1821814">
                    <a:moveTo>
                      <a:pt x="2800350" y="0"/>
                    </a:moveTo>
                    <a:lnTo>
                      <a:pt x="0" y="0"/>
                    </a:lnTo>
                    <a:lnTo>
                      <a:pt x="0" y="1821649"/>
                    </a:lnTo>
                    <a:lnTo>
                      <a:pt x="2800350" y="1821649"/>
                    </a:lnTo>
                    <a:lnTo>
                      <a:pt x="280035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0" name="object 10">
                <a:extLst>
                  <a:ext uri="{FF2B5EF4-FFF2-40B4-BE49-F238E27FC236}">
                    <a16:creationId xmlns:a16="http://schemas.microsoft.com/office/drawing/2014/main" id="{18B00A83-D0C7-0649-6C64-377F02A0994D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714375" y="1528762"/>
                <a:ext cx="128587" cy="128587"/>
              </a:xfrm>
              <a:prstGeom prst="rect">
                <a:avLst/>
              </a:prstGeom>
            </p:spPr>
          </p:pic>
        </p:grp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2C09F1A4-2A5E-DF87-28B3-48845B2E89CE}"/>
                </a:ext>
              </a:extLst>
            </p:cNvPr>
            <p:cNvSpPr txBox="1"/>
            <p:nvPr/>
          </p:nvSpPr>
          <p:spPr>
            <a:xfrm>
              <a:off x="571500" y="1364449"/>
              <a:ext cx="2800350" cy="1821814"/>
            </a:xfrm>
            <a:prstGeom prst="rect">
              <a:avLst/>
            </a:prstGeom>
            <a:ln w="9144">
              <a:solidFill>
                <a:srgbClr val="E5E6EB"/>
              </a:solidFill>
            </a:ln>
          </p:spPr>
          <p:txBody>
            <a:bodyPr vert="horz" wrap="square" lIns="0" tIns="18415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145"/>
                </a:spcBef>
              </a:pPr>
              <a:endParaRPr sz="900">
                <a:latin typeface="Times New Roman"/>
                <a:cs typeface="Times New Roman"/>
              </a:endParaRPr>
            </a:p>
            <a:p>
              <a:pPr marL="342900">
                <a:lnSpc>
                  <a:spcPct val="100000"/>
                </a:lnSpc>
              </a:pPr>
              <a:r>
                <a:rPr sz="900" b="1" spc="-90" dirty="0">
                  <a:solidFill>
                    <a:srgbClr val="111826"/>
                  </a:solidFill>
                  <a:latin typeface="Malgun Gothic"/>
                  <a:cs typeface="Malgun Gothic"/>
                </a:rPr>
                <a:t>방</a:t>
              </a:r>
              <a:r>
                <a:rPr sz="900" b="1" spc="-65" dirty="0">
                  <a:solidFill>
                    <a:srgbClr val="111826"/>
                  </a:solidFill>
                  <a:latin typeface="Malgun Gothic"/>
                  <a:cs typeface="Malgun Gothic"/>
                </a:rPr>
                <a:t> </a:t>
              </a:r>
              <a:r>
                <a:rPr sz="900" b="1" spc="-85" dirty="0">
                  <a:solidFill>
                    <a:srgbClr val="111826"/>
                  </a:solidFill>
                  <a:latin typeface="Malgun Gothic"/>
                  <a:cs typeface="Malgun Gothic"/>
                </a:rPr>
                <a:t>사진</a:t>
              </a:r>
              <a:r>
                <a:rPr sz="900" b="1" spc="-60" dirty="0">
                  <a:solidFill>
                    <a:srgbClr val="111826"/>
                  </a:solidFill>
                  <a:latin typeface="Malgun Gothic"/>
                  <a:cs typeface="Malgun Gothic"/>
                </a:rPr>
                <a:t> </a:t>
              </a:r>
              <a:r>
                <a:rPr sz="900" b="1" spc="-25" dirty="0">
                  <a:solidFill>
                    <a:srgbClr val="111826"/>
                  </a:solidFill>
                  <a:latin typeface="Malgun Gothic"/>
                  <a:cs typeface="Malgun Gothic"/>
                </a:rPr>
                <a:t>업로드</a:t>
              </a:r>
              <a:endParaRPr sz="900">
                <a:latin typeface="Malgun Gothic"/>
                <a:cs typeface="Malgun Gothic"/>
              </a:endParaRPr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D4DF1453-52B0-6161-A6CE-4E9EB050FD7E}"/>
                </a:ext>
              </a:extLst>
            </p:cNvPr>
            <p:cNvSpPr/>
            <p:nvPr/>
          </p:nvSpPr>
          <p:spPr>
            <a:xfrm>
              <a:off x="714374" y="1785937"/>
              <a:ext cx="2514600" cy="857250"/>
            </a:xfrm>
            <a:custGeom>
              <a:avLst/>
              <a:gdLst/>
              <a:ahLst/>
              <a:cxnLst/>
              <a:rect l="l" t="t" r="r" b="b"/>
              <a:pathLst>
                <a:path w="2514600" h="857250">
                  <a:moveTo>
                    <a:pt x="2514600" y="0"/>
                  </a:moveTo>
                  <a:lnTo>
                    <a:pt x="0" y="0"/>
                  </a:lnTo>
                  <a:lnTo>
                    <a:pt x="0" y="857250"/>
                  </a:lnTo>
                  <a:lnTo>
                    <a:pt x="2514600" y="857250"/>
                  </a:lnTo>
                  <a:lnTo>
                    <a:pt x="2514600" y="0"/>
                  </a:lnTo>
                  <a:close/>
                </a:path>
              </a:pathLst>
            </a:custGeom>
            <a:blipFill dpi="0"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9770BA89-1EE8-A070-653C-0BF63FA54AB1}"/>
                </a:ext>
              </a:extLst>
            </p:cNvPr>
            <p:cNvSpPr/>
            <p:nvPr/>
          </p:nvSpPr>
          <p:spPr>
            <a:xfrm>
              <a:off x="714374" y="1785937"/>
              <a:ext cx="2514600" cy="857250"/>
            </a:xfrm>
            <a:custGeom>
              <a:avLst/>
              <a:gdLst/>
              <a:ahLst/>
              <a:cxnLst/>
              <a:rect l="l" t="t" r="r" b="b"/>
              <a:pathLst>
                <a:path w="2514600" h="857250">
                  <a:moveTo>
                    <a:pt x="0" y="0"/>
                  </a:moveTo>
                  <a:lnTo>
                    <a:pt x="2514600" y="0"/>
                  </a:lnTo>
                  <a:lnTo>
                    <a:pt x="2514600" y="857250"/>
                  </a:lnTo>
                  <a:lnTo>
                    <a:pt x="0" y="857250"/>
                  </a:lnTo>
                  <a:lnTo>
                    <a:pt x="0" y="0"/>
                  </a:lnTo>
                  <a:close/>
                </a:path>
              </a:pathLst>
            </a:custGeom>
            <a:ln w="9144">
              <a:solidFill>
                <a:srgbClr val="D1D4DA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1CB607F6-8C5B-85CF-93BA-3CA8BA9ED6AE}"/>
                </a:ext>
              </a:extLst>
            </p:cNvPr>
            <p:cNvSpPr/>
            <p:nvPr/>
          </p:nvSpPr>
          <p:spPr>
            <a:xfrm>
              <a:off x="714374" y="2750350"/>
              <a:ext cx="2514600" cy="278765"/>
            </a:xfrm>
            <a:custGeom>
              <a:avLst/>
              <a:gdLst/>
              <a:ahLst/>
              <a:cxnLst/>
              <a:rect l="l" t="t" r="r" b="b"/>
              <a:pathLst>
                <a:path w="2514600" h="278764">
                  <a:moveTo>
                    <a:pt x="2514600" y="0"/>
                  </a:moveTo>
                  <a:lnTo>
                    <a:pt x="0" y="0"/>
                  </a:lnTo>
                  <a:lnTo>
                    <a:pt x="0" y="278599"/>
                  </a:lnTo>
                  <a:lnTo>
                    <a:pt x="2514600" y="278599"/>
                  </a:lnTo>
                  <a:lnTo>
                    <a:pt x="2514600" y="0"/>
                  </a:lnTo>
                  <a:close/>
                </a:path>
              </a:pathLst>
            </a:custGeom>
            <a:solidFill>
              <a:srgbClr val="636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>
              <a:extLst>
                <a:ext uri="{FF2B5EF4-FFF2-40B4-BE49-F238E27FC236}">
                  <a16:creationId xmlns:a16="http://schemas.microsoft.com/office/drawing/2014/main" id="{7EFA5DB9-CBB4-9EDD-9BFF-8418373E3746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46631" y="2834284"/>
              <a:ext cx="100012" cy="100012"/>
            </a:xfrm>
            <a:prstGeom prst="rect">
              <a:avLst/>
            </a:prstGeom>
          </p:spPr>
        </p:pic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8EA5C5EF-1523-3175-4B4D-3B4760DADEDF}"/>
                </a:ext>
              </a:extLst>
            </p:cNvPr>
            <p:cNvSpPr txBox="1"/>
            <p:nvPr/>
          </p:nvSpPr>
          <p:spPr>
            <a:xfrm>
              <a:off x="714375" y="2750350"/>
              <a:ext cx="2514600" cy="278765"/>
            </a:xfrm>
            <a:prstGeom prst="rect">
              <a:avLst/>
            </a:prstGeom>
          </p:spPr>
          <p:txBody>
            <a:bodyPr vert="horz" wrap="square" lIns="0" tIns="80010" rIns="0" bIns="0" rtlCol="0">
              <a:spAutoFit/>
            </a:bodyPr>
            <a:lstStyle/>
            <a:p>
              <a:pPr marL="100330" algn="ctr">
                <a:lnSpc>
                  <a:spcPct val="100000"/>
                </a:lnSpc>
                <a:spcBef>
                  <a:spcPts val="630"/>
                </a:spcBef>
              </a:pPr>
              <a:r>
                <a:rPr sz="700" b="1" spc="-65" dirty="0">
                  <a:solidFill>
                    <a:srgbClr val="FFFFFF"/>
                  </a:solidFill>
                  <a:latin typeface="Malgun Gothic"/>
                  <a:cs typeface="Malgun Gothic"/>
                </a:rPr>
                <a:t>사진</a:t>
              </a:r>
              <a:r>
                <a:rPr sz="700" b="1" spc="-55" dirty="0">
                  <a:solidFill>
                    <a:srgbClr val="FFFFFF"/>
                  </a:solidFill>
                  <a:latin typeface="Malgun Gothic"/>
                  <a:cs typeface="Malgun Gothic"/>
                </a:rPr>
                <a:t> </a:t>
              </a:r>
              <a:r>
                <a:rPr sz="700" b="1" spc="-25" dirty="0">
                  <a:solidFill>
                    <a:srgbClr val="FFFFFF"/>
                  </a:solidFill>
                  <a:latin typeface="Malgun Gothic"/>
                  <a:cs typeface="Malgun Gothic"/>
                </a:rPr>
                <a:t>업로드</a:t>
              </a:r>
              <a:endParaRPr sz="700">
                <a:latin typeface="Malgun Gothic"/>
                <a:cs typeface="Malgun Gothic"/>
              </a:endParaRPr>
            </a:p>
          </p:txBody>
        </p:sp>
      </p:grpSp>
      <p:grpSp>
        <p:nvGrpSpPr>
          <p:cNvPr id="105" name="그룹 104">
            <a:extLst>
              <a:ext uri="{FF2B5EF4-FFF2-40B4-BE49-F238E27FC236}">
                <a16:creationId xmlns:a16="http://schemas.microsoft.com/office/drawing/2014/main" id="{42F06AF8-152F-8FD9-9FE4-D325552E61B2}"/>
              </a:ext>
            </a:extLst>
          </p:cNvPr>
          <p:cNvGrpSpPr/>
          <p:nvPr/>
        </p:nvGrpSpPr>
        <p:grpSpPr>
          <a:xfrm>
            <a:off x="576200" y="3112136"/>
            <a:ext cx="2800350" cy="1821814"/>
            <a:chOff x="576200" y="2971635"/>
            <a:chExt cx="2800350" cy="1821814"/>
          </a:xfrm>
        </p:grpSpPr>
        <p:sp>
          <p:nvSpPr>
            <p:cNvPr id="102" name="object 9">
              <a:extLst>
                <a:ext uri="{FF2B5EF4-FFF2-40B4-BE49-F238E27FC236}">
                  <a16:creationId xmlns:a16="http://schemas.microsoft.com/office/drawing/2014/main" id="{F8991A22-16C1-627E-A998-3C2987EE2F5A}"/>
                </a:ext>
              </a:extLst>
            </p:cNvPr>
            <p:cNvSpPr/>
            <p:nvPr/>
          </p:nvSpPr>
          <p:spPr>
            <a:xfrm>
              <a:off x="576200" y="2971635"/>
              <a:ext cx="2800350" cy="1821814"/>
            </a:xfrm>
            <a:custGeom>
              <a:avLst/>
              <a:gdLst/>
              <a:ahLst/>
              <a:cxnLst/>
              <a:rect l="l" t="t" r="r" b="b"/>
              <a:pathLst>
                <a:path w="2800350" h="1821814">
                  <a:moveTo>
                    <a:pt x="2800350" y="0"/>
                  </a:moveTo>
                  <a:lnTo>
                    <a:pt x="0" y="0"/>
                  </a:lnTo>
                  <a:lnTo>
                    <a:pt x="0" y="1821649"/>
                  </a:lnTo>
                  <a:lnTo>
                    <a:pt x="2800350" y="1821649"/>
                  </a:lnTo>
                  <a:lnTo>
                    <a:pt x="28003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95" name="object 11">
              <a:extLst>
                <a:ext uri="{FF2B5EF4-FFF2-40B4-BE49-F238E27FC236}">
                  <a16:creationId xmlns:a16="http://schemas.microsoft.com/office/drawing/2014/main" id="{4C45F749-8A84-00E8-C368-1459325A09EF}"/>
                </a:ext>
              </a:extLst>
            </p:cNvPr>
            <p:cNvSpPr txBox="1"/>
            <p:nvPr/>
          </p:nvSpPr>
          <p:spPr>
            <a:xfrm>
              <a:off x="576200" y="2971635"/>
              <a:ext cx="2800350" cy="295594"/>
            </a:xfrm>
            <a:prstGeom prst="rect">
              <a:avLst/>
            </a:prstGeom>
            <a:ln w="9144">
              <a:noFill/>
            </a:ln>
          </p:spPr>
          <p:txBody>
            <a:bodyPr vert="horz" wrap="square" lIns="0" tIns="18415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145"/>
                </a:spcBef>
              </a:pPr>
              <a:endParaRPr sz="900" dirty="0">
                <a:latin typeface="Times New Roman"/>
                <a:cs typeface="Times New Roman"/>
              </a:endParaRPr>
            </a:p>
            <a:p>
              <a:pPr marL="374650">
                <a:lnSpc>
                  <a:spcPct val="100000"/>
                </a:lnSpc>
              </a:pPr>
              <a:r>
                <a:rPr lang="ko-KR" altLang="en-US" sz="900" b="1" spc="-70" dirty="0">
                  <a:solidFill>
                    <a:srgbClr val="111826"/>
                  </a:solidFill>
                  <a:latin typeface="Malgun Gothic"/>
                  <a:cs typeface="Malgun Gothic"/>
                </a:rPr>
                <a:t>가구</a:t>
              </a:r>
              <a:r>
                <a:rPr lang="en-US" altLang="ko-KR" sz="900" b="1" spc="-70" dirty="0">
                  <a:solidFill>
                    <a:srgbClr val="111826"/>
                  </a:solidFill>
                  <a:latin typeface="Arial"/>
                  <a:cs typeface="Arial"/>
                </a:rPr>
                <a:t>/</a:t>
              </a:r>
              <a:r>
                <a:rPr lang="ko-KR" altLang="en-US" sz="900" b="1" spc="-70" dirty="0">
                  <a:solidFill>
                    <a:srgbClr val="111826"/>
                  </a:solidFill>
                  <a:latin typeface="Malgun Gothic"/>
                  <a:cs typeface="Malgun Gothic"/>
                </a:rPr>
                <a:t>소품</a:t>
              </a:r>
              <a:r>
                <a:rPr lang="ko-KR" altLang="en-US" sz="900" b="1" spc="-45" dirty="0">
                  <a:solidFill>
                    <a:srgbClr val="111826"/>
                  </a:solidFill>
                  <a:latin typeface="Malgun Gothic"/>
                  <a:cs typeface="Malgun Gothic"/>
                </a:rPr>
                <a:t> </a:t>
              </a:r>
              <a:r>
                <a:rPr lang="ko-KR" altLang="en-US" sz="900" b="1" spc="-25" dirty="0">
                  <a:solidFill>
                    <a:srgbClr val="111826"/>
                  </a:solidFill>
                  <a:latin typeface="Malgun Gothic"/>
                  <a:cs typeface="Malgun Gothic"/>
                </a:rPr>
                <a:t>이미지 업로드</a:t>
              </a:r>
              <a:endParaRPr lang="ko-KR" altLang="en-US" sz="900" dirty="0">
                <a:latin typeface="Malgun Gothic"/>
                <a:cs typeface="Malgun Gothic"/>
              </a:endParaRPr>
            </a:p>
          </p:txBody>
        </p:sp>
        <p:pic>
          <p:nvPicPr>
            <p:cNvPr id="21" name="object 21">
              <a:extLst>
                <a:ext uri="{FF2B5EF4-FFF2-40B4-BE49-F238E27FC236}">
                  <a16:creationId xmlns:a16="http://schemas.microsoft.com/office/drawing/2014/main" id="{AF803C6C-AB1A-359E-E01C-FE0B79D23218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4374" y="3155114"/>
              <a:ext cx="160733" cy="128587"/>
            </a:xfrm>
            <a:prstGeom prst="rect">
              <a:avLst/>
            </a:prstGeom>
          </p:spPr>
        </p:pic>
        <p:sp>
          <p:nvSpPr>
            <p:cNvPr id="96" name="object 13">
              <a:extLst>
                <a:ext uri="{FF2B5EF4-FFF2-40B4-BE49-F238E27FC236}">
                  <a16:creationId xmlns:a16="http://schemas.microsoft.com/office/drawing/2014/main" id="{B3DF2D96-3A6F-7937-9159-D953C518BB89}"/>
                </a:ext>
              </a:extLst>
            </p:cNvPr>
            <p:cNvSpPr/>
            <p:nvPr/>
          </p:nvSpPr>
          <p:spPr>
            <a:xfrm>
              <a:off x="719074" y="3393123"/>
              <a:ext cx="2514600" cy="857250"/>
            </a:xfrm>
            <a:custGeom>
              <a:avLst/>
              <a:gdLst/>
              <a:ahLst/>
              <a:cxnLst/>
              <a:rect l="l" t="t" r="r" b="b"/>
              <a:pathLst>
                <a:path w="2514600" h="857250">
                  <a:moveTo>
                    <a:pt x="2514600" y="0"/>
                  </a:moveTo>
                  <a:lnTo>
                    <a:pt x="0" y="0"/>
                  </a:lnTo>
                  <a:lnTo>
                    <a:pt x="0" y="857250"/>
                  </a:lnTo>
                  <a:lnTo>
                    <a:pt x="2514600" y="857250"/>
                  </a:lnTo>
                  <a:lnTo>
                    <a:pt x="2514600" y="0"/>
                  </a:lnTo>
                  <a:close/>
                </a:path>
              </a:pathLst>
            </a:custGeom>
            <a:solidFill>
              <a:srgbClr val="F2F3F6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97" name="object 14">
              <a:extLst>
                <a:ext uri="{FF2B5EF4-FFF2-40B4-BE49-F238E27FC236}">
                  <a16:creationId xmlns:a16="http://schemas.microsoft.com/office/drawing/2014/main" id="{F8C5920F-6B51-77B3-A602-41AE6A07075C}"/>
                </a:ext>
              </a:extLst>
            </p:cNvPr>
            <p:cNvSpPr/>
            <p:nvPr/>
          </p:nvSpPr>
          <p:spPr>
            <a:xfrm>
              <a:off x="719074" y="3393123"/>
              <a:ext cx="2514600" cy="857250"/>
            </a:xfrm>
            <a:custGeom>
              <a:avLst/>
              <a:gdLst/>
              <a:ahLst/>
              <a:cxnLst/>
              <a:rect l="l" t="t" r="r" b="b"/>
              <a:pathLst>
                <a:path w="2514600" h="857250">
                  <a:moveTo>
                    <a:pt x="0" y="0"/>
                  </a:moveTo>
                  <a:lnTo>
                    <a:pt x="2514600" y="0"/>
                  </a:lnTo>
                  <a:lnTo>
                    <a:pt x="2514600" y="857250"/>
                  </a:lnTo>
                  <a:lnTo>
                    <a:pt x="0" y="857250"/>
                  </a:lnTo>
                  <a:lnTo>
                    <a:pt x="0" y="0"/>
                  </a:lnTo>
                  <a:close/>
                </a:path>
              </a:pathLst>
            </a:custGeom>
            <a:ln w="9144">
              <a:solidFill>
                <a:srgbClr val="D1D4DA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8" name="object 15">
              <a:extLst>
                <a:ext uri="{FF2B5EF4-FFF2-40B4-BE49-F238E27FC236}">
                  <a16:creationId xmlns:a16="http://schemas.microsoft.com/office/drawing/2014/main" id="{7E7406F6-AD25-A9A4-287F-2F9E2B7423C3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69225" y="3714585"/>
              <a:ext cx="214312" cy="214312"/>
            </a:xfrm>
            <a:prstGeom prst="rect">
              <a:avLst/>
            </a:prstGeom>
          </p:spPr>
        </p:pic>
        <p:sp>
          <p:nvSpPr>
            <p:cNvPr id="99" name="object 16">
              <a:extLst>
                <a:ext uri="{FF2B5EF4-FFF2-40B4-BE49-F238E27FC236}">
                  <a16:creationId xmlns:a16="http://schemas.microsoft.com/office/drawing/2014/main" id="{C2CF2396-5F34-FBD2-19C1-BBC8426DE610}"/>
                </a:ext>
              </a:extLst>
            </p:cNvPr>
            <p:cNvSpPr/>
            <p:nvPr/>
          </p:nvSpPr>
          <p:spPr>
            <a:xfrm>
              <a:off x="719074" y="4357536"/>
              <a:ext cx="2514600" cy="278765"/>
            </a:xfrm>
            <a:custGeom>
              <a:avLst/>
              <a:gdLst/>
              <a:ahLst/>
              <a:cxnLst/>
              <a:rect l="l" t="t" r="r" b="b"/>
              <a:pathLst>
                <a:path w="2514600" h="278764">
                  <a:moveTo>
                    <a:pt x="2514600" y="0"/>
                  </a:moveTo>
                  <a:lnTo>
                    <a:pt x="0" y="0"/>
                  </a:lnTo>
                  <a:lnTo>
                    <a:pt x="0" y="278599"/>
                  </a:lnTo>
                  <a:lnTo>
                    <a:pt x="2514600" y="278599"/>
                  </a:lnTo>
                  <a:lnTo>
                    <a:pt x="2514600" y="0"/>
                  </a:lnTo>
                  <a:close/>
                </a:path>
              </a:pathLst>
            </a:custGeom>
            <a:solidFill>
              <a:srgbClr val="6366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100" name="object 17">
              <a:extLst>
                <a:ext uri="{FF2B5EF4-FFF2-40B4-BE49-F238E27FC236}">
                  <a16:creationId xmlns:a16="http://schemas.microsoft.com/office/drawing/2014/main" id="{EE9DAF83-35E2-AA86-8905-E75B78B11DE3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51331" y="4441470"/>
              <a:ext cx="100012" cy="100012"/>
            </a:xfrm>
            <a:prstGeom prst="rect">
              <a:avLst/>
            </a:prstGeom>
          </p:spPr>
        </p:pic>
        <p:sp>
          <p:nvSpPr>
            <p:cNvPr id="101" name="object 18">
              <a:extLst>
                <a:ext uri="{FF2B5EF4-FFF2-40B4-BE49-F238E27FC236}">
                  <a16:creationId xmlns:a16="http://schemas.microsoft.com/office/drawing/2014/main" id="{4D441785-537A-5C63-C8DD-CB106EFB4275}"/>
                </a:ext>
              </a:extLst>
            </p:cNvPr>
            <p:cNvSpPr txBox="1"/>
            <p:nvPr/>
          </p:nvSpPr>
          <p:spPr>
            <a:xfrm>
              <a:off x="719075" y="4357536"/>
              <a:ext cx="2514600" cy="278765"/>
            </a:xfrm>
            <a:prstGeom prst="rect">
              <a:avLst/>
            </a:prstGeom>
          </p:spPr>
          <p:txBody>
            <a:bodyPr vert="horz" wrap="square" lIns="0" tIns="80010" rIns="0" bIns="0" rtlCol="0">
              <a:spAutoFit/>
            </a:bodyPr>
            <a:lstStyle/>
            <a:p>
              <a:pPr marL="100330" algn="ctr">
                <a:lnSpc>
                  <a:spcPct val="100000"/>
                </a:lnSpc>
                <a:spcBef>
                  <a:spcPts val="630"/>
                </a:spcBef>
              </a:pPr>
              <a:r>
                <a:rPr sz="700" b="1" spc="-65" dirty="0">
                  <a:solidFill>
                    <a:srgbClr val="FFFFFF"/>
                  </a:solidFill>
                  <a:latin typeface="Malgun Gothic"/>
                  <a:cs typeface="Malgun Gothic"/>
                </a:rPr>
                <a:t>사진</a:t>
              </a:r>
              <a:r>
                <a:rPr sz="700" b="1" spc="-55" dirty="0">
                  <a:solidFill>
                    <a:srgbClr val="FFFFFF"/>
                  </a:solidFill>
                  <a:latin typeface="Malgun Gothic"/>
                  <a:cs typeface="Malgun Gothic"/>
                </a:rPr>
                <a:t> </a:t>
              </a:r>
              <a:r>
                <a:rPr sz="700" b="1" spc="-25" dirty="0">
                  <a:solidFill>
                    <a:srgbClr val="FFFFFF"/>
                  </a:solidFill>
                  <a:latin typeface="Malgun Gothic"/>
                  <a:cs typeface="Malgun Gothic"/>
                </a:rPr>
                <a:t>업로드</a:t>
              </a:r>
              <a:endParaRPr sz="700">
                <a:latin typeface="Malgun Gothic"/>
                <a:cs typeface="Malgun Gothic"/>
              </a:endParaRPr>
            </a:p>
          </p:txBody>
        </p:sp>
        <p:grpSp>
          <p:nvGrpSpPr>
            <p:cNvPr id="104" name="그룹 103">
              <a:extLst>
                <a:ext uri="{FF2B5EF4-FFF2-40B4-BE49-F238E27FC236}">
                  <a16:creationId xmlns:a16="http://schemas.microsoft.com/office/drawing/2014/main" id="{BC5398EA-E7EA-79EA-4E4D-B79BA8955C6D}"/>
                </a:ext>
              </a:extLst>
            </p:cNvPr>
            <p:cNvGrpSpPr/>
            <p:nvPr/>
          </p:nvGrpSpPr>
          <p:grpSpPr>
            <a:xfrm>
              <a:off x="714374" y="4357536"/>
              <a:ext cx="2514600" cy="278765"/>
              <a:chOff x="714375" y="4371975"/>
              <a:chExt cx="2514600" cy="278765"/>
            </a:xfrm>
          </p:grpSpPr>
          <p:grpSp>
            <p:nvGrpSpPr>
              <p:cNvPr id="31" name="object 31">
                <a:extLst>
                  <a:ext uri="{FF2B5EF4-FFF2-40B4-BE49-F238E27FC236}">
                    <a16:creationId xmlns:a16="http://schemas.microsoft.com/office/drawing/2014/main" id="{8DF6899B-096A-D2DA-4780-CD46F6A53EA7}"/>
                  </a:ext>
                </a:extLst>
              </p:cNvPr>
              <p:cNvGrpSpPr/>
              <p:nvPr/>
            </p:nvGrpSpPr>
            <p:grpSpPr>
              <a:xfrm>
                <a:off x="714375" y="4371975"/>
                <a:ext cx="2514600" cy="278765"/>
                <a:chOff x="714375" y="4371975"/>
                <a:chExt cx="2514600" cy="278765"/>
              </a:xfrm>
            </p:grpSpPr>
            <p:sp>
              <p:nvSpPr>
                <p:cNvPr id="32" name="object 32">
                  <a:extLst>
                    <a:ext uri="{FF2B5EF4-FFF2-40B4-BE49-F238E27FC236}">
                      <a16:creationId xmlns:a16="http://schemas.microsoft.com/office/drawing/2014/main" id="{23860660-1CC5-A5EB-C858-AE4E49E4AA5D}"/>
                    </a:ext>
                  </a:extLst>
                </p:cNvPr>
                <p:cNvSpPr/>
                <p:nvPr/>
              </p:nvSpPr>
              <p:spPr>
                <a:xfrm>
                  <a:off x="714375" y="4371975"/>
                  <a:ext cx="2514600" cy="2787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4600" h="278764">
                      <a:moveTo>
                        <a:pt x="2514600" y="0"/>
                      </a:moveTo>
                      <a:lnTo>
                        <a:pt x="0" y="0"/>
                      </a:lnTo>
                      <a:lnTo>
                        <a:pt x="0" y="278599"/>
                      </a:lnTo>
                      <a:lnTo>
                        <a:pt x="2514600" y="278599"/>
                      </a:lnTo>
                      <a:lnTo>
                        <a:pt x="2514600" y="0"/>
                      </a:lnTo>
                      <a:close/>
                    </a:path>
                  </a:pathLst>
                </a:custGeom>
                <a:solidFill>
                  <a:srgbClr val="6366F1"/>
                </a:solidFill>
              </p:spPr>
              <p:txBody>
                <a:bodyPr wrap="square" lIns="0" tIns="0" rIns="0" bIns="0" rtlCol="0"/>
                <a:lstStyle/>
                <a:p>
                  <a:endParaRPr dirty="0"/>
                </a:p>
              </p:txBody>
            </p:sp>
            <p:pic>
              <p:nvPicPr>
                <p:cNvPr id="33" name="object 33">
                  <a:extLst>
                    <a:ext uri="{FF2B5EF4-FFF2-40B4-BE49-F238E27FC236}">
                      <a16:creationId xmlns:a16="http://schemas.microsoft.com/office/drawing/2014/main" id="{54A3CA7F-4787-B77A-54A4-F559B49C60CB}"/>
                    </a:ext>
                  </a:extLst>
                </p:cNvPr>
                <p:cNvPicPr/>
                <p:nvPr/>
              </p:nvPicPr>
              <p:blipFill>
                <a:blip r:embed="rId8" cstate="print"/>
                <a:stretch>
                  <a:fillRect/>
                </a:stretch>
              </p:blipFill>
              <p:spPr>
                <a:xfrm>
                  <a:off x="1651990" y="4455909"/>
                  <a:ext cx="89296" cy="100012"/>
                </a:xfrm>
                <a:prstGeom prst="rect">
                  <a:avLst/>
                </a:prstGeom>
              </p:spPr>
            </p:pic>
          </p:grpSp>
          <p:sp>
            <p:nvSpPr>
              <p:cNvPr id="34" name="object 34">
                <a:extLst>
                  <a:ext uri="{FF2B5EF4-FFF2-40B4-BE49-F238E27FC236}">
                    <a16:creationId xmlns:a16="http://schemas.microsoft.com/office/drawing/2014/main" id="{78353F3D-181F-C42C-0B63-825B75F8FD48}"/>
                  </a:ext>
                </a:extLst>
              </p:cNvPr>
              <p:cNvSpPr txBox="1"/>
              <p:nvPr/>
            </p:nvSpPr>
            <p:spPr>
              <a:xfrm>
                <a:off x="714375" y="4371975"/>
                <a:ext cx="2514600" cy="188513"/>
              </a:xfrm>
              <a:prstGeom prst="rect">
                <a:avLst/>
              </a:prstGeom>
            </p:spPr>
            <p:txBody>
              <a:bodyPr vert="horz" wrap="square" lIns="0" tIns="80010" rIns="0" bIns="0" rtlCol="0">
                <a:spAutoFit/>
              </a:bodyPr>
              <a:lstStyle/>
              <a:p>
                <a:pPr marL="89535" algn="ctr">
                  <a:lnSpc>
                    <a:spcPct val="100000"/>
                  </a:lnSpc>
                  <a:spcBef>
                    <a:spcPts val="630"/>
                  </a:spcBef>
                </a:pPr>
                <a:r>
                  <a:rPr lang="ko-KR" altLang="en-US" sz="700" b="1" spc="-70" dirty="0">
                    <a:solidFill>
                      <a:srgbClr val="FFFFFF"/>
                    </a:solidFill>
                    <a:latin typeface="Malgun Gothic"/>
                    <a:cs typeface="Malgun Gothic"/>
                  </a:rPr>
                  <a:t>가구</a:t>
                </a:r>
                <a:r>
                  <a:rPr sz="700" b="1" spc="-35" dirty="0">
                    <a:solidFill>
                      <a:srgbClr val="FFFFFF"/>
                    </a:solidFill>
                    <a:latin typeface="Malgun Gothic"/>
                    <a:cs typeface="Malgun Gothic"/>
                  </a:rPr>
                  <a:t> </a:t>
                </a:r>
                <a:r>
                  <a:rPr sz="700" b="1" spc="-25" dirty="0">
                    <a:solidFill>
                      <a:srgbClr val="FFFFFF"/>
                    </a:solidFill>
                    <a:latin typeface="Malgun Gothic"/>
                    <a:cs typeface="Malgun Gothic"/>
                  </a:rPr>
                  <a:t>추가</a:t>
                </a:r>
                <a:endParaRPr sz="700" dirty="0">
                  <a:latin typeface="Malgun Gothic"/>
                  <a:cs typeface="Malgun Gothic"/>
                </a:endParaRPr>
              </a:p>
            </p:txBody>
          </p:sp>
        </p:grp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6E1964C9-7535-ACC5-A913-12D9F585E27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074" y="3534727"/>
            <a:ext cx="1219200" cy="856147"/>
          </a:xfrm>
          <a:prstGeom prst="rect">
            <a:avLst/>
          </a:prstGeom>
        </p:spPr>
      </p:pic>
      <p:grpSp>
        <p:nvGrpSpPr>
          <p:cNvPr id="19" name="그룹 18">
            <a:extLst>
              <a:ext uri="{FF2B5EF4-FFF2-40B4-BE49-F238E27FC236}">
                <a16:creationId xmlns:a16="http://schemas.microsoft.com/office/drawing/2014/main" id="{9E423EED-1C63-0776-6436-0A87158EEB08}"/>
              </a:ext>
            </a:extLst>
          </p:cNvPr>
          <p:cNvGrpSpPr/>
          <p:nvPr/>
        </p:nvGrpSpPr>
        <p:grpSpPr>
          <a:xfrm>
            <a:off x="3542643" y="1352550"/>
            <a:ext cx="4996180" cy="3438525"/>
            <a:chOff x="3581400" y="1359687"/>
            <a:chExt cx="4996180" cy="3438525"/>
          </a:xfrm>
        </p:grpSpPr>
        <p:grpSp>
          <p:nvGrpSpPr>
            <p:cNvPr id="20" name="object 35">
              <a:extLst>
                <a:ext uri="{FF2B5EF4-FFF2-40B4-BE49-F238E27FC236}">
                  <a16:creationId xmlns:a16="http://schemas.microsoft.com/office/drawing/2014/main" id="{F0C031F4-5244-F217-165B-C45DDA1984A8}"/>
                </a:ext>
              </a:extLst>
            </p:cNvPr>
            <p:cNvGrpSpPr/>
            <p:nvPr/>
          </p:nvGrpSpPr>
          <p:grpSpPr>
            <a:xfrm>
              <a:off x="3581400" y="1359687"/>
              <a:ext cx="4996180" cy="3438525"/>
              <a:chOff x="3581400" y="1359687"/>
              <a:chExt cx="4996180" cy="3438525"/>
            </a:xfrm>
          </p:grpSpPr>
          <p:sp>
            <p:nvSpPr>
              <p:cNvPr id="70" name="object 36">
                <a:extLst>
                  <a:ext uri="{FF2B5EF4-FFF2-40B4-BE49-F238E27FC236}">
                    <a16:creationId xmlns:a16="http://schemas.microsoft.com/office/drawing/2014/main" id="{24DF5E08-5901-15DD-C7F6-429616A6022E}"/>
                  </a:ext>
                </a:extLst>
              </p:cNvPr>
              <p:cNvSpPr/>
              <p:nvPr/>
            </p:nvSpPr>
            <p:spPr>
              <a:xfrm>
                <a:off x="3586162" y="1364449"/>
                <a:ext cx="4986655" cy="3429000"/>
              </a:xfrm>
              <a:custGeom>
                <a:avLst/>
                <a:gdLst/>
                <a:ahLst/>
                <a:cxnLst/>
                <a:rect l="l" t="t" r="r" b="b"/>
                <a:pathLst>
                  <a:path w="4986655" h="3429000">
                    <a:moveTo>
                      <a:pt x="4986337" y="0"/>
                    </a:moveTo>
                    <a:lnTo>
                      <a:pt x="0" y="0"/>
                    </a:lnTo>
                    <a:lnTo>
                      <a:pt x="0" y="3429000"/>
                    </a:lnTo>
                    <a:lnTo>
                      <a:pt x="4986337" y="3429000"/>
                    </a:lnTo>
                    <a:lnTo>
                      <a:pt x="4986337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1" name="object 37">
                <a:extLst>
                  <a:ext uri="{FF2B5EF4-FFF2-40B4-BE49-F238E27FC236}">
                    <a16:creationId xmlns:a16="http://schemas.microsoft.com/office/drawing/2014/main" id="{9D2EDC69-95B6-02AB-2D91-C53D8DB231C3}"/>
                  </a:ext>
                </a:extLst>
              </p:cNvPr>
              <p:cNvSpPr/>
              <p:nvPr/>
            </p:nvSpPr>
            <p:spPr>
              <a:xfrm>
                <a:off x="3586162" y="1364449"/>
                <a:ext cx="4986655" cy="3429000"/>
              </a:xfrm>
              <a:custGeom>
                <a:avLst/>
                <a:gdLst/>
                <a:ahLst/>
                <a:cxnLst/>
                <a:rect l="l" t="t" r="r" b="b"/>
                <a:pathLst>
                  <a:path w="4986655" h="3429000">
                    <a:moveTo>
                      <a:pt x="0" y="0"/>
                    </a:moveTo>
                    <a:lnTo>
                      <a:pt x="4986337" y="0"/>
                    </a:lnTo>
                    <a:lnTo>
                      <a:pt x="4986337" y="3429000"/>
                    </a:lnTo>
                    <a:lnTo>
                      <a:pt x="0" y="3429000"/>
                    </a:lnTo>
                    <a:lnTo>
                      <a:pt x="0" y="0"/>
                    </a:lnTo>
                    <a:close/>
                  </a:path>
                </a:pathLst>
              </a:custGeom>
              <a:ln w="9144">
                <a:solidFill>
                  <a:srgbClr val="E5E6EB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2" name="object 38">
                <a:extLst>
                  <a:ext uri="{FF2B5EF4-FFF2-40B4-BE49-F238E27FC236}">
                    <a16:creationId xmlns:a16="http://schemas.microsoft.com/office/drawing/2014/main" id="{AD1E0758-A192-4C1E-39F2-752F0ACCCC54}"/>
                  </a:ext>
                </a:extLst>
              </p:cNvPr>
              <p:cNvSpPr/>
              <p:nvPr/>
            </p:nvSpPr>
            <p:spPr>
              <a:xfrm>
                <a:off x="6279349" y="1627885"/>
                <a:ext cx="678815" cy="214629"/>
              </a:xfrm>
              <a:custGeom>
                <a:avLst/>
                <a:gdLst/>
                <a:ahLst/>
                <a:cxnLst/>
                <a:rect l="l" t="t" r="r" b="b"/>
                <a:pathLst>
                  <a:path w="678815" h="214630">
                    <a:moveTo>
                      <a:pt x="678656" y="0"/>
                    </a:moveTo>
                    <a:lnTo>
                      <a:pt x="0" y="0"/>
                    </a:lnTo>
                    <a:lnTo>
                      <a:pt x="0" y="214312"/>
                    </a:lnTo>
                    <a:lnTo>
                      <a:pt x="678656" y="214312"/>
                    </a:lnTo>
                    <a:lnTo>
                      <a:pt x="678656" y="0"/>
                    </a:lnTo>
                    <a:close/>
                  </a:path>
                </a:pathLst>
              </a:custGeom>
              <a:solidFill>
                <a:srgbClr val="EDF2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73" name="object 39">
                <a:extLst>
                  <a:ext uri="{FF2B5EF4-FFF2-40B4-BE49-F238E27FC236}">
                    <a16:creationId xmlns:a16="http://schemas.microsoft.com/office/drawing/2014/main" id="{4A2139C9-CA65-8FE2-9C31-7A779893B71D}"/>
                  </a:ext>
                </a:extLst>
              </p:cNvPr>
              <p:cNvPicPr/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6379375" y="1681454"/>
                <a:ext cx="107155" cy="85725"/>
              </a:xfrm>
              <a:prstGeom prst="rect">
                <a:avLst/>
              </a:prstGeom>
            </p:spPr>
          </p:pic>
        </p:grpSp>
        <p:sp>
          <p:nvSpPr>
            <p:cNvPr id="22" name="object 40">
              <a:extLst>
                <a:ext uri="{FF2B5EF4-FFF2-40B4-BE49-F238E27FC236}">
                  <a16:creationId xmlns:a16="http://schemas.microsoft.com/office/drawing/2014/main" id="{8CC980CA-4ED4-1172-9A52-89F8586C71D0}"/>
                </a:ext>
              </a:extLst>
            </p:cNvPr>
            <p:cNvSpPr txBox="1"/>
            <p:nvPr/>
          </p:nvSpPr>
          <p:spPr>
            <a:xfrm>
              <a:off x="6279350" y="1627885"/>
              <a:ext cx="678815" cy="214629"/>
            </a:xfrm>
            <a:prstGeom prst="rect">
              <a:avLst/>
            </a:prstGeom>
            <a:ln w="9144">
              <a:solidFill>
                <a:srgbClr val="6366F1"/>
              </a:solidFill>
            </a:ln>
          </p:spPr>
          <p:txBody>
            <a:bodyPr vert="horz" wrap="square" lIns="0" tIns="52705" rIns="0" bIns="0" rtlCol="0">
              <a:spAutoFit/>
            </a:bodyPr>
            <a:lstStyle/>
            <a:p>
              <a:pPr marL="207010">
                <a:lnSpc>
                  <a:spcPct val="100000"/>
                </a:lnSpc>
                <a:spcBef>
                  <a:spcPts val="415"/>
                </a:spcBef>
              </a:pPr>
              <a:r>
                <a:rPr sz="600" b="1" spc="-55" dirty="0">
                  <a:solidFill>
                    <a:srgbClr val="6366F1"/>
                  </a:solidFill>
                  <a:latin typeface="Malgun Gothic"/>
                  <a:cs typeface="Malgun Gothic"/>
                </a:rPr>
                <a:t>가구</a:t>
              </a:r>
              <a:r>
                <a:rPr sz="600" b="1" spc="-45" dirty="0">
                  <a:solidFill>
                    <a:srgbClr val="6366F1"/>
                  </a:solidFill>
                  <a:latin typeface="Malgun Gothic"/>
                  <a:cs typeface="Malgun Gothic"/>
                </a:rPr>
                <a:t> </a:t>
              </a:r>
              <a:r>
                <a:rPr sz="600" b="1" spc="-25" dirty="0">
                  <a:solidFill>
                    <a:srgbClr val="6366F1"/>
                  </a:solidFill>
                  <a:latin typeface="Malgun Gothic"/>
                  <a:cs typeface="Malgun Gothic"/>
                </a:rPr>
                <a:t>변경</a:t>
              </a:r>
              <a:endParaRPr sz="600">
                <a:latin typeface="Malgun Gothic"/>
                <a:cs typeface="Malgun Gothic"/>
              </a:endParaRPr>
            </a:p>
          </p:txBody>
        </p:sp>
        <p:grpSp>
          <p:nvGrpSpPr>
            <p:cNvPr id="23" name="object 41">
              <a:extLst>
                <a:ext uri="{FF2B5EF4-FFF2-40B4-BE49-F238E27FC236}">
                  <a16:creationId xmlns:a16="http://schemas.microsoft.com/office/drawing/2014/main" id="{F3001DEB-12D0-81E2-E1E8-11403635D0AF}"/>
                </a:ext>
              </a:extLst>
            </p:cNvPr>
            <p:cNvGrpSpPr/>
            <p:nvPr/>
          </p:nvGrpSpPr>
          <p:grpSpPr>
            <a:xfrm>
              <a:off x="7029450" y="1627885"/>
              <a:ext cx="657225" cy="214629"/>
              <a:chOff x="7029450" y="1627885"/>
              <a:chExt cx="657225" cy="214629"/>
            </a:xfrm>
          </p:grpSpPr>
          <p:sp>
            <p:nvSpPr>
              <p:cNvPr id="68" name="object 42">
                <a:extLst>
                  <a:ext uri="{FF2B5EF4-FFF2-40B4-BE49-F238E27FC236}">
                    <a16:creationId xmlns:a16="http://schemas.microsoft.com/office/drawing/2014/main" id="{6EC2CEBD-58D4-AA45-CAAB-C6495FB7C729}"/>
                  </a:ext>
                </a:extLst>
              </p:cNvPr>
              <p:cNvSpPr/>
              <p:nvPr/>
            </p:nvSpPr>
            <p:spPr>
              <a:xfrm>
                <a:off x="7029450" y="1627885"/>
                <a:ext cx="657225" cy="214629"/>
              </a:xfrm>
              <a:custGeom>
                <a:avLst/>
                <a:gdLst/>
                <a:ahLst/>
                <a:cxnLst/>
                <a:rect l="l" t="t" r="r" b="b"/>
                <a:pathLst>
                  <a:path w="657225" h="214630">
                    <a:moveTo>
                      <a:pt x="657225" y="0"/>
                    </a:moveTo>
                    <a:lnTo>
                      <a:pt x="0" y="0"/>
                    </a:lnTo>
                    <a:lnTo>
                      <a:pt x="0" y="214312"/>
                    </a:lnTo>
                    <a:lnTo>
                      <a:pt x="657225" y="214312"/>
                    </a:lnTo>
                    <a:lnTo>
                      <a:pt x="657225" y="0"/>
                    </a:lnTo>
                    <a:close/>
                  </a:path>
                </a:pathLst>
              </a:custGeom>
              <a:solidFill>
                <a:srgbClr val="F8F9FA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69" name="object 43">
                <a:extLst>
                  <a:ext uri="{FF2B5EF4-FFF2-40B4-BE49-F238E27FC236}">
                    <a16:creationId xmlns:a16="http://schemas.microsoft.com/office/drawing/2014/main" id="{12339D80-72FB-5C30-D471-3D6201959F2B}"/>
                  </a:ext>
                </a:extLst>
              </p:cNvPr>
              <p:cNvPicPr/>
              <p:nvPr/>
            </p:nvPicPr>
            <p:blipFill>
              <a:blip r:embed="rId11" cstate="print"/>
              <a:stretch>
                <a:fillRect/>
              </a:stretch>
            </p:blipFill>
            <p:spPr>
              <a:xfrm>
                <a:off x="7129462" y="1681454"/>
                <a:ext cx="85725" cy="85725"/>
              </a:xfrm>
              <a:prstGeom prst="rect">
                <a:avLst/>
              </a:prstGeom>
            </p:spPr>
          </p:pic>
        </p:grpSp>
        <p:sp>
          <p:nvSpPr>
            <p:cNvPr id="24" name="object 44">
              <a:extLst>
                <a:ext uri="{FF2B5EF4-FFF2-40B4-BE49-F238E27FC236}">
                  <a16:creationId xmlns:a16="http://schemas.microsoft.com/office/drawing/2014/main" id="{C6D76FD4-E5FA-3CCE-8095-49A56F262A6B}"/>
                </a:ext>
              </a:extLst>
            </p:cNvPr>
            <p:cNvSpPr txBox="1"/>
            <p:nvPr/>
          </p:nvSpPr>
          <p:spPr>
            <a:xfrm>
              <a:off x="7029450" y="1627885"/>
              <a:ext cx="657225" cy="214629"/>
            </a:xfrm>
            <a:prstGeom prst="rect">
              <a:avLst/>
            </a:prstGeom>
            <a:ln w="9144">
              <a:solidFill>
                <a:srgbClr val="E5E6EB"/>
              </a:solidFill>
            </a:ln>
          </p:spPr>
          <p:txBody>
            <a:bodyPr vert="horz" wrap="square" lIns="0" tIns="52705" rIns="0" bIns="0" rtlCol="0">
              <a:spAutoFit/>
            </a:bodyPr>
            <a:lstStyle/>
            <a:p>
              <a:pPr marL="185420">
                <a:lnSpc>
                  <a:spcPct val="100000"/>
                </a:lnSpc>
                <a:spcBef>
                  <a:spcPts val="415"/>
                </a:spcBef>
              </a:pPr>
              <a:r>
                <a:rPr sz="600" spc="-55" dirty="0">
                  <a:solidFill>
                    <a:srgbClr val="4B5463"/>
                  </a:solidFill>
                  <a:latin typeface="Malgun Gothic"/>
                  <a:cs typeface="Malgun Gothic"/>
                </a:rPr>
                <a:t>벽지</a:t>
              </a:r>
              <a:r>
                <a:rPr sz="600" spc="-45" dirty="0">
                  <a:solidFill>
                    <a:srgbClr val="4B5463"/>
                  </a:solidFill>
                  <a:latin typeface="Malgun Gothic"/>
                  <a:cs typeface="Malgun Gothic"/>
                </a:rPr>
                <a:t> </a:t>
              </a:r>
              <a:r>
                <a:rPr sz="600" spc="-25" dirty="0">
                  <a:solidFill>
                    <a:srgbClr val="4B5463"/>
                  </a:solidFill>
                  <a:latin typeface="Malgun Gothic"/>
                  <a:cs typeface="Malgun Gothic"/>
                </a:rPr>
                <a:t>변경</a:t>
              </a:r>
              <a:endParaRPr sz="600">
                <a:latin typeface="Malgun Gothic"/>
                <a:cs typeface="Malgun Gothic"/>
              </a:endParaRPr>
            </a:p>
          </p:txBody>
        </p:sp>
        <p:grpSp>
          <p:nvGrpSpPr>
            <p:cNvPr id="25" name="object 45">
              <a:extLst>
                <a:ext uri="{FF2B5EF4-FFF2-40B4-BE49-F238E27FC236}">
                  <a16:creationId xmlns:a16="http://schemas.microsoft.com/office/drawing/2014/main" id="{889CF3EE-D957-99A7-9E52-5740394CF30A}"/>
                </a:ext>
              </a:extLst>
            </p:cNvPr>
            <p:cNvGrpSpPr/>
            <p:nvPr/>
          </p:nvGrpSpPr>
          <p:grpSpPr>
            <a:xfrm>
              <a:off x="7758112" y="1627885"/>
              <a:ext cx="636270" cy="214629"/>
              <a:chOff x="7758112" y="1627885"/>
              <a:chExt cx="636270" cy="214629"/>
            </a:xfrm>
          </p:grpSpPr>
          <p:sp>
            <p:nvSpPr>
              <p:cNvPr id="65" name="object 46">
                <a:extLst>
                  <a:ext uri="{FF2B5EF4-FFF2-40B4-BE49-F238E27FC236}">
                    <a16:creationId xmlns:a16="http://schemas.microsoft.com/office/drawing/2014/main" id="{BE079EDB-BB28-1AE4-E72B-856B02A95006}"/>
                  </a:ext>
                </a:extLst>
              </p:cNvPr>
              <p:cNvSpPr/>
              <p:nvPr/>
            </p:nvSpPr>
            <p:spPr>
              <a:xfrm>
                <a:off x="7758112" y="1627885"/>
                <a:ext cx="636270" cy="214629"/>
              </a:xfrm>
              <a:custGeom>
                <a:avLst/>
                <a:gdLst/>
                <a:ahLst/>
                <a:cxnLst/>
                <a:rect l="l" t="t" r="r" b="b"/>
                <a:pathLst>
                  <a:path w="636270" h="214630">
                    <a:moveTo>
                      <a:pt x="635793" y="0"/>
                    </a:moveTo>
                    <a:lnTo>
                      <a:pt x="0" y="0"/>
                    </a:lnTo>
                    <a:lnTo>
                      <a:pt x="0" y="214312"/>
                    </a:lnTo>
                    <a:lnTo>
                      <a:pt x="635793" y="214312"/>
                    </a:lnTo>
                    <a:lnTo>
                      <a:pt x="635793" y="0"/>
                    </a:lnTo>
                    <a:close/>
                  </a:path>
                </a:pathLst>
              </a:custGeom>
              <a:solidFill>
                <a:srgbClr val="F8F9FA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66" name="object 47">
                <a:extLst>
                  <a:ext uri="{FF2B5EF4-FFF2-40B4-BE49-F238E27FC236}">
                    <a16:creationId xmlns:a16="http://schemas.microsoft.com/office/drawing/2014/main" id="{47174AF3-EAC8-60F0-6FBC-8AF5266C2B49}"/>
                  </a:ext>
                </a:extLst>
              </p:cNvPr>
              <p:cNvPicPr/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7858125" y="1688604"/>
                <a:ext cx="64293" cy="85725"/>
              </a:xfrm>
              <a:prstGeom prst="rect">
                <a:avLst/>
              </a:prstGeom>
            </p:spPr>
          </p:pic>
        </p:grpSp>
        <p:sp>
          <p:nvSpPr>
            <p:cNvPr id="26" name="object 48">
              <a:extLst>
                <a:ext uri="{FF2B5EF4-FFF2-40B4-BE49-F238E27FC236}">
                  <a16:creationId xmlns:a16="http://schemas.microsoft.com/office/drawing/2014/main" id="{F00CC92A-4A16-46AA-F048-06B3ECEBA498}"/>
                </a:ext>
              </a:extLst>
            </p:cNvPr>
            <p:cNvSpPr txBox="1"/>
            <p:nvPr/>
          </p:nvSpPr>
          <p:spPr>
            <a:xfrm>
              <a:off x="7758112" y="1627885"/>
              <a:ext cx="636270" cy="214629"/>
            </a:xfrm>
            <a:prstGeom prst="rect">
              <a:avLst/>
            </a:prstGeom>
            <a:ln w="9144">
              <a:solidFill>
                <a:srgbClr val="E5E6EB"/>
              </a:solidFill>
            </a:ln>
          </p:spPr>
          <p:txBody>
            <a:bodyPr vert="horz" wrap="square" lIns="0" tIns="60325" rIns="0" bIns="0" rtlCol="0">
              <a:spAutoFit/>
            </a:bodyPr>
            <a:lstStyle/>
            <a:p>
              <a:pPr marL="163830">
                <a:lnSpc>
                  <a:spcPct val="100000"/>
                </a:lnSpc>
                <a:spcBef>
                  <a:spcPts val="475"/>
                </a:spcBef>
              </a:pPr>
              <a:r>
                <a:rPr sz="600" spc="-55" dirty="0">
                  <a:solidFill>
                    <a:srgbClr val="4B5463"/>
                  </a:solidFill>
                  <a:latin typeface="Malgun Gothic"/>
                  <a:cs typeface="Malgun Gothic"/>
                </a:rPr>
                <a:t>조명</a:t>
              </a:r>
              <a:r>
                <a:rPr sz="600" spc="-45" dirty="0">
                  <a:solidFill>
                    <a:srgbClr val="4B5463"/>
                  </a:solidFill>
                  <a:latin typeface="Malgun Gothic"/>
                  <a:cs typeface="Malgun Gothic"/>
                </a:rPr>
                <a:t> </a:t>
              </a:r>
              <a:r>
                <a:rPr sz="600" spc="-25" dirty="0">
                  <a:solidFill>
                    <a:srgbClr val="4B5463"/>
                  </a:solidFill>
                  <a:latin typeface="Malgun Gothic"/>
                  <a:cs typeface="Malgun Gothic"/>
                </a:rPr>
                <a:t>설정</a:t>
              </a:r>
              <a:endParaRPr sz="600">
                <a:latin typeface="Malgun Gothic"/>
                <a:cs typeface="Malgun Gothic"/>
              </a:endParaRPr>
            </a:p>
          </p:txBody>
        </p:sp>
        <p:sp>
          <p:nvSpPr>
            <p:cNvPr id="27" name="object 50">
              <a:extLst>
                <a:ext uri="{FF2B5EF4-FFF2-40B4-BE49-F238E27FC236}">
                  <a16:creationId xmlns:a16="http://schemas.microsoft.com/office/drawing/2014/main" id="{4937B90B-87BF-F598-0C56-FCD916A3B7CA}"/>
                </a:ext>
              </a:extLst>
            </p:cNvPr>
            <p:cNvSpPr txBox="1"/>
            <p:nvPr/>
          </p:nvSpPr>
          <p:spPr>
            <a:xfrm>
              <a:off x="3764750" y="1452788"/>
              <a:ext cx="2243455" cy="453329"/>
            </a:xfrm>
            <a:prstGeom prst="rect">
              <a:avLst/>
            </a:prstGeom>
          </p:spPr>
          <p:txBody>
            <a:bodyPr vert="horz" wrap="square" lIns="0" tIns="103505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815"/>
                </a:spcBef>
              </a:pPr>
              <a:r>
                <a:rPr lang="ko-KR" altLang="en-US" sz="1100" b="1" dirty="0">
                  <a:solidFill>
                    <a:srgbClr val="111826"/>
                  </a:solidFill>
                  <a:latin typeface="Arial"/>
                  <a:cs typeface="Arial"/>
                </a:rPr>
                <a:t>가구배치 위치 선택</a:t>
              </a:r>
              <a:endParaRPr lang="ko-KR" altLang="en-US" sz="1100" dirty="0">
                <a:latin typeface="Malgun Gothic"/>
                <a:cs typeface="Malgun Gothic"/>
              </a:endParaRPr>
            </a:p>
            <a:p>
              <a:pPr>
                <a:lnSpc>
                  <a:spcPct val="100000"/>
                </a:lnSpc>
                <a:spcBef>
                  <a:spcPts val="484"/>
                </a:spcBef>
              </a:pPr>
              <a:r>
                <a:rPr lang="ko-KR" altLang="en-US" sz="750" spc="-70" dirty="0">
                  <a:solidFill>
                    <a:srgbClr val="6B727F"/>
                  </a:solidFill>
                  <a:latin typeface="Malgun Gothic"/>
                  <a:cs typeface="Malgun Gothic"/>
                </a:rPr>
                <a:t>가구를 배치할 위치를 설정</a:t>
              </a:r>
              <a:r>
                <a:rPr lang="ko-KR" altLang="en-US" sz="750" spc="-60" dirty="0">
                  <a:solidFill>
                    <a:srgbClr val="6B727F"/>
                  </a:solidFill>
                  <a:latin typeface="Malgun Gothic"/>
                  <a:cs typeface="Malgun Gothic"/>
                </a:rPr>
                <a:t>하세요</a:t>
              </a:r>
              <a:endParaRPr lang="ko-KR" altLang="en-US" sz="750" dirty="0">
                <a:latin typeface="Malgun Gothic"/>
                <a:cs typeface="Malgun Gothic"/>
              </a:endParaRPr>
            </a:p>
          </p:txBody>
        </p:sp>
        <p:sp>
          <p:nvSpPr>
            <p:cNvPr id="28" name="object 52">
              <a:extLst>
                <a:ext uri="{FF2B5EF4-FFF2-40B4-BE49-F238E27FC236}">
                  <a16:creationId xmlns:a16="http://schemas.microsoft.com/office/drawing/2014/main" id="{44457B85-B3A0-401F-BE70-8DA569311FF7}"/>
                </a:ext>
              </a:extLst>
            </p:cNvPr>
            <p:cNvSpPr/>
            <p:nvPr/>
          </p:nvSpPr>
          <p:spPr>
            <a:xfrm>
              <a:off x="3772755" y="2275281"/>
              <a:ext cx="4629631" cy="2061210"/>
            </a:xfrm>
            <a:custGeom>
              <a:avLst/>
              <a:gdLst/>
              <a:ahLst/>
              <a:cxnLst/>
              <a:rect l="l" t="t" r="r" b="b"/>
              <a:pathLst>
                <a:path w="2243454" h="2061210">
                  <a:moveTo>
                    <a:pt x="2243137" y="0"/>
                  </a:moveTo>
                  <a:lnTo>
                    <a:pt x="0" y="0"/>
                  </a:lnTo>
                  <a:lnTo>
                    <a:pt x="0" y="2060968"/>
                  </a:lnTo>
                  <a:lnTo>
                    <a:pt x="2243137" y="2060968"/>
                  </a:lnTo>
                  <a:lnTo>
                    <a:pt x="2243137" y="0"/>
                  </a:lnTo>
                  <a:close/>
                </a:path>
              </a:pathLst>
            </a:custGeom>
            <a:blipFill dpi="0" rotWithShape="1"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0" name="object 64">
              <a:extLst>
                <a:ext uri="{FF2B5EF4-FFF2-40B4-BE49-F238E27FC236}">
                  <a16:creationId xmlns:a16="http://schemas.microsoft.com/office/drawing/2014/main" id="{D9E7E021-D42A-9B72-A136-221B85B1521D}"/>
                </a:ext>
              </a:extLst>
            </p:cNvPr>
            <p:cNvSpPr txBox="1"/>
            <p:nvPr/>
          </p:nvSpPr>
          <p:spPr>
            <a:xfrm>
              <a:off x="6235852" y="4469600"/>
              <a:ext cx="975994" cy="116839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100"/>
                </a:spcBef>
                <a:tabLst>
                  <a:tab pos="664210" algn="l"/>
                </a:tabLst>
              </a:pPr>
              <a:r>
                <a:rPr sz="600" spc="-60" dirty="0">
                  <a:solidFill>
                    <a:srgbClr val="FFFFFF"/>
                  </a:solidFill>
                  <a:latin typeface="Malgun Gothic"/>
                  <a:cs typeface="Malgun Gothic"/>
                </a:rPr>
                <a:t>새로운</a:t>
              </a:r>
              <a:r>
                <a:rPr sz="600" spc="-30" dirty="0">
                  <a:solidFill>
                    <a:srgbClr val="FFFFFF"/>
                  </a:solidFill>
                  <a:latin typeface="Malgun Gothic"/>
                  <a:cs typeface="Malgun Gothic"/>
                </a:rPr>
                <a:t> </a:t>
              </a:r>
              <a:r>
                <a:rPr sz="600" spc="-25" dirty="0">
                  <a:solidFill>
                    <a:srgbClr val="FFFFFF"/>
                  </a:solidFill>
                  <a:latin typeface="Malgun Gothic"/>
                  <a:cs typeface="Malgun Gothic"/>
                </a:rPr>
                <a:t>소파</a:t>
              </a:r>
              <a:r>
                <a:rPr sz="600" dirty="0">
                  <a:solidFill>
                    <a:srgbClr val="FFFFFF"/>
                  </a:solidFill>
                  <a:latin typeface="Malgun Gothic"/>
                  <a:cs typeface="Malgun Gothic"/>
                </a:rPr>
                <a:t>	</a:t>
              </a:r>
              <a:r>
                <a:rPr sz="600" spc="-55" dirty="0">
                  <a:solidFill>
                    <a:srgbClr val="FFFFFF"/>
                  </a:solidFill>
                  <a:latin typeface="Malgun Gothic"/>
                  <a:cs typeface="Malgun Gothic"/>
                </a:rPr>
                <a:t>그린</a:t>
              </a:r>
              <a:r>
                <a:rPr sz="600" spc="-45" dirty="0">
                  <a:solidFill>
                    <a:srgbClr val="FFFFFF"/>
                  </a:solidFill>
                  <a:latin typeface="Malgun Gothic"/>
                  <a:cs typeface="Malgun Gothic"/>
                </a:rPr>
                <a:t> </a:t>
              </a:r>
              <a:r>
                <a:rPr sz="600" spc="-35" dirty="0">
                  <a:solidFill>
                    <a:srgbClr val="FFFFFF"/>
                  </a:solidFill>
                  <a:latin typeface="Malgun Gothic"/>
                  <a:cs typeface="Malgun Gothic"/>
                </a:rPr>
                <a:t>벨벳</a:t>
              </a:r>
              <a:endParaRPr sz="600">
                <a:latin typeface="Malgun Gothic"/>
                <a:cs typeface="Malgun Gothic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322211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B5758-B8A7-9E20-32EA-0A1227662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그룹 18">
            <a:extLst>
              <a:ext uri="{FF2B5EF4-FFF2-40B4-BE49-F238E27FC236}">
                <a16:creationId xmlns:a16="http://schemas.microsoft.com/office/drawing/2014/main" id="{4C799738-F6F3-BC60-9DAF-BE5FCA749759}"/>
              </a:ext>
            </a:extLst>
          </p:cNvPr>
          <p:cNvGrpSpPr/>
          <p:nvPr/>
        </p:nvGrpSpPr>
        <p:grpSpPr>
          <a:xfrm>
            <a:off x="3542643" y="1352550"/>
            <a:ext cx="4996180" cy="3438525"/>
            <a:chOff x="3581400" y="1359687"/>
            <a:chExt cx="4996180" cy="3438525"/>
          </a:xfrm>
        </p:grpSpPr>
        <p:grpSp>
          <p:nvGrpSpPr>
            <p:cNvPr id="20" name="object 35">
              <a:extLst>
                <a:ext uri="{FF2B5EF4-FFF2-40B4-BE49-F238E27FC236}">
                  <a16:creationId xmlns:a16="http://schemas.microsoft.com/office/drawing/2014/main" id="{D8B4D110-D9F6-BE40-EF1A-3AA36F787C95}"/>
                </a:ext>
              </a:extLst>
            </p:cNvPr>
            <p:cNvGrpSpPr/>
            <p:nvPr/>
          </p:nvGrpSpPr>
          <p:grpSpPr>
            <a:xfrm>
              <a:off x="3581400" y="1359687"/>
              <a:ext cx="4996180" cy="3438525"/>
              <a:chOff x="3581400" y="1359687"/>
              <a:chExt cx="4996180" cy="3438525"/>
            </a:xfrm>
          </p:grpSpPr>
          <p:sp>
            <p:nvSpPr>
              <p:cNvPr id="70" name="object 36">
                <a:extLst>
                  <a:ext uri="{FF2B5EF4-FFF2-40B4-BE49-F238E27FC236}">
                    <a16:creationId xmlns:a16="http://schemas.microsoft.com/office/drawing/2014/main" id="{26E139FA-7267-E57C-E9C4-7F5BA5894B0E}"/>
                  </a:ext>
                </a:extLst>
              </p:cNvPr>
              <p:cNvSpPr/>
              <p:nvPr/>
            </p:nvSpPr>
            <p:spPr>
              <a:xfrm>
                <a:off x="3586162" y="1364449"/>
                <a:ext cx="4986655" cy="3429000"/>
              </a:xfrm>
              <a:custGeom>
                <a:avLst/>
                <a:gdLst/>
                <a:ahLst/>
                <a:cxnLst/>
                <a:rect l="l" t="t" r="r" b="b"/>
                <a:pathLst>
                  <a:path w="4986655" h="3429000">
                    <a:moveTo>
                      <a:pt x="4986337" y="0"/>
                    </a:moveTo>
                    <a:lnTo>
                      <a:pt x="0" y="0"/>
                    </a:lnTo>
                    <a:lnTo>
                      <a:pt x="0" y="3429000"/>
                    </a:lnTo>
                    <a:lnTo>
                      <a:pt x="4986337" y="3429000"/>
                    </a:lnTo>
                    <a:lnTo>
                      <a:pt x="4986337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1" name="object 37">
                <a:extLst>
                  <a:ext uri="{FF2B5EF4-FFF2-40B4-BE49-F238E27FC236}">
                    <a16:creationId xmlns:a16="http://schemas.microsoft.com/office/drawing/2014/main" id="{C9ABC856-ED13-E792-F2A2-4C69D153D46E}"/>
                  </a:ext>
                </a:extLst>
              </p:cNvPr>
              <p:cNvSpPr/>
              <p:nvPr/>
            </p:nvSpPr>
            <p:spPr>
              <a:xfrm>
                <a:off x="3586162" y="1364449"/>
                <a:ext cx="4986655" cy="3429000"/>
              </a:xfrm>
              <a:custGeom>
                <a:avLst/>
                <a:gdLst/>
                <a:ahLst/>
                <a:cxnLst/>
                <a:rect l="l" t="t" r="r" b="b"/>
                <a:pathLst>
                  <a:path w="4986655" h="3429000">
                    <a:moveTo>
                      <a:pt x="0" y="0"/>
                    </a:moveTo>
                    <a:lnTo>
                      <a:pt x="4986337" y="0"/>
                    </a:lnTo>
                    <a:lnTo>
                      <a:pt x="4986337" y="3429000"/>
                    </a:lnTo>
                    <a:lnTo>
                      <a:pt x="0" y="3429000"/>
                    </a:lnTo>
                    <a:lnTo>
                      <a:pt x="0" y="0"/>
                    </a:lnTo>
                    <a:close/>
                  </a:path>
                </a:pathLst>
              </a:custGeom>
              <a:ln w="9144">
                <a:solidFill>
                  <a:srgbClr val="E5E6EB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2" name="object 38">
                <a:extLst>
                  <a:ext uri="{FF2B5EF4-FFF2-40B4-BE49-F238E27FC236}">
                    <a16:creationId xmlns:a16="http://schemas.microsoft.com/office/drawing/2014/main" id="{51E97814-FEB1-1989-B047-3B2A2AF57F6C}"/>
                  </a:ext>
                </a:extLst>
              </p:cNvPr>
              <p:cNvSpPr/>
              <p:nvPr/>
            </p:nvSpPr>
            <p:spPr>
              <a:xfrm>
                <a:off x="6279349" y="1627885"/>
                <a:ext cx="678815" cy="214629"/>
              </a:xfrm>
              <a:custGeom>
                <a:avLst/>
                <a:gdLst/>
                <a:ahLst/>
                <a:cxnLst/>
                <a:rect l="l" t="t" r="r" b="b"/>
                <a:pathLst>
                  <a:path w="678815" h="214630">
                    <a:moveTo>
                      <a:pt x="678656" y="0"/>
                    </a:moveTo>
                    <a:lnTo>
                      <a:pt x="0" y="0"/>
                    </a:lnTo>
                    <a:lnTo>
                      <a:pt x="0" y="214312"/>
                    </a:lnTo>
                    <a:lnTo>
                      <a:pt x="678656" y="214312"/>
                    </a:lnTo>
                    <a:lnTo>
                      <a:pt x="678656" y="0"/>
                    </a:lnTo>
                    <a:close/>
                  </a:path>
                </a:pathLst>
              </a:custGeom>
              <a:solidFill>
                <a:srgbClr val="EDF2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73" name="object 39">
                <a:extLst>
                  <a:ext uri="{FF2B5EF4-FFF2-40B4-BE49-F238E27FC236}">
                    <a16:creationId xmlns:a16="http://schemas.microsoft.com/office/drawing/2014/main" id="{71B26B29-C9A4-9A71-175A-BFB7934C8EDF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6379375" y="1681454"/>
                <a:ext cx="107155" cy="85725"/>
              </a:xfrm>
              <a:prstGeom prst="rect">
                <a:avLst/>
              </a:prstGeom>
            </p:spPr>
          </p:pic>
        </p:grpSp>
        <p:sp>
          <p:nvSpPr>
            <p:cNvPr id="22" name="object 40">
              <a:extLst>
                <a:ext uri="{FF2B5EF4-FFF2-40B4-BE49-F238E27FC236}">
                  <a16:creationId xmlns:a16="http://schemas.microsoft.com/office/drawing/2014/main" id="{EB68EA5C-18EB-FED1-7CAE-6D96E88CEEE8}"/>
                </a:ext>
              </a:extLst>
            </p:cNvPr>
            <p:cNvSpPr txBox="1"/>
            <p:nvPr/>
          </p:nvSpPr>
          <p:spPr>
            <a:xfrm>
              <a:off x="6279350" y="1627885"/>
              <a:ext cx="678815" cy="214629"/>
            </a:xfrm>
            <a:prstGeom prst="rect">
              <a:avLst/>
            </a:prstGeom>
            <a:ln w="9144">
              <a:solidFill>
                <a:srgbClr val="6366F1"/>
              </a:solidFill>
            </a:ln>
          </p:spPr>
          <p:txBody>
            <a:bodyPr vert="horz" wrap="square" lIns="0" tIns="52705" rIns="0" bIns="0" rtlCol="0">
              <a:spAutoFit/>
            </a:bodyPr>
            <a:lstStyle/>
            <a:p>
              <a:pPr marL="207010">
                <a:lnSpc>
                  <a:spcPct val="100000"/>
                </a:lnSpc>
                <a:spcBef>
                  <a:spcPts val="415"/>
                </a:spcBef>
              </a:pPr>
              <a:r>
                <a:rPr sz="600" b="1" spc="-55" dirty="0">
                  <a:solidFill>
                    <a:srgbClr val="6366F1"/>
                  </a:solidFill>
                  <a:latin typeface="Malgun Gothic"/>
                  <a:cs typeface="Malgun Gothic"/>
                </a:rPr>
                <a:t>가구</a:t>
              </a:r>
              <a:r>
                <a:rPr sz="600" b="1" spc="-45" dirty="0">
                  <a:solidFill>
                    <a:srgbClr val="6366F1"/>
                  </a:solidFill>
                  <a:latin typeface="Malgun Gothic"/>
                  <a:cs typeface="Malgun Gothic"/>
                </a:rPr>
                <a:t> </a:t>
              </a:r>
              <a:r>
                <a:rPr sz="600" b="1" spc="-25" dirty="0">
                  <a:solidFill>
                    <a:srgbClr val="6366F1"/>
                  </a:solidFill>
                  <a:latin typeface="Malgun Gothic"/>
                  <a:cs typeface="Malgun Gothic"/>
                </a:rPr>
                <a:t>변경</a:t>
              </a:r>
              <a:endParaRPr sz="600">
                <a:latin typeface="Malgun Gothic"/>
                <a:cs typeface="Malgun Gothic"/>
              </a:endParaRPr>
            </a:p>
          </p:txBody>
        </p:sp>
        <p:grpSp>
          <p:nvGrpSpPr>
            <p:cNvPr id="23" name="object 41">
              <a:extLst>
                <a:ext uri="{FF2B5EF4-FFF2-40B4-BE49-F238E27FC236}">
                  <a16:creationId xmlns:a16="http://schemas.microsoft.com/office/drawing/2014/main" id="{B7780975-327F-9A47-7939-289963D7F033}"/>
                </a:ext>
              </a:extLst>
            </p:cNvPr>
            <p:cNvGrpSpPr/>
            <p:nvPr/>
          </p:nvGrpSpPr>
          <p:grpSpPr>
            <a:xfrm>
              <a:off x="7029450" y="1627885"/>
              <a:ext cx="657225" cy="214629"/>
              <a:chOff x="7029450" y="1627885"/>
              <a:chExt cx="657225" cy="214629"/>
            </a:xfrm>
          </p:grpSpPr>
          <p:sp>
            <p:nvSpPr>
              <p:cNvPr id="68" name="object 42">
                <a:extLst>
                  <a:ext uri="{FF2B5EF4-FFF2-40B4-BE49-F238E27FC236}">
                    <a16:creationId xmlns:a16="http://schemas.microsoft.com/office/drawing/2014/main" id="{FF08F422-7C48-924B-3C79-D522C485439A}"/>
                  </a:ext>
                </a:extLst>
              </p:cNvPr>
              <p:cNvSpPr/>
              <p:nvPr/>
            </p:nvSpPr>
            <p:spPr>
              <a:xfrm>
                <a:off x="7029450" y="1627885"/>
                <a:ext cx="657225" cy="214629"/>
              </a:xfrm>
              <a:custGeom>
                <a:avLst/>
                <a:gdLst/>
                <a:ahLst/>
                <a:cxnLst/>
                <a:rect l="l" t="t" r="r" b="b"/>
                <a:pathLst>
                  <a:path w="657225" h="214630">
                    <a:moveTo>
                      <a:pt x="657225" y="0"/>
                    </a:moveTo>
                    <a:lnTo>
                      <a:pt x="0" y="0"/>
                    </a:lnTo>
                    <a:lnTo>
                      <a:pt x="0" y="214312"/>
                    </a:lnTo>
                    <a:lnTo>
                      <a:pt x="657225" y="214312"/>
                    </a:lnTo>
                    <a:lnTo>
                      <a:pt x="657225" y="0"/>
                    </a:lnTo>
                    <a:close/>
                  </a:path>
                </a:pathLst>
              </a:custGeom>
              <a:solidFill>
                <a:srgbClr val="F8F9FA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69" name="object 43">
                <a:extLst>
                  <a:ext uri="{FF2B5EF4-FFF2-40B4-BE49-F238E27FC236}">
                    <a16:creationId xmlns:a16="http://schemas.microsoft.com/office/drawing/2014/main" id="{E8FEED23-4013-6FFB-03E7-2C2D86CDB82F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7129462" y="1681454"/>
                <a:ext cx="85725" cy="85725"/>
              </a:xfrm>
              <a:prstGeom prst="rect">
                <a:avLst/>
              </a:prstGeom>
            </p:spPr>
          </p:pic>
        </p:grpSp>
        <p:sp>
          <p:nvSpPr>
            <p:cNvPr id="24" name="object 44">
              <a:extLst>
                <a:ext uri="{FF2B5EF4-FFF2-40B4-BE49-F238E27FC236}">
                  <a16:creationId xmlns:a16="http://schemas.microsoft.com/office/drawing/2014/main" id="{BB8D1B14-50E2-DCD6-9241-FD83CC05B15F}"/>
                </a:ext>
              </a:extLst>
            </p:cNvPr>
            <p:cNvSpPr txBox="1"/>
            <p:nvPr/>
          </p:nvSpPr>
          <p:spPr>
            <a:xfrm>
              <a:off x="7029450" y="1627885"/>
              <a:ext cx="657225" cy="214629"/>
            </a:xfrm>
            <a:prstGeom prst="rect">
              <a:avLst/>
            </a:prstGeom>
            <a:ln w="9144">
              <a:solidFill>
                <a:srgbClr val="E5E6EB"/>
              </a:solidFill>
            </a:ln>
          </p:spPr>
          <p:txBody>
            <a:bodyPr vert="horz" wrap="square" lIns="0" tIns="52705" rIns="0" bIns="0" rtlCol="0">
              <a:spAutoFit/>
            </a:bodyPr>
            <a:lstStyle/>
            <a:p>
              <a:pPr marL="185420">
                <a:lnSpc>
                  <a:spcPct val="100000"/>
                </a:lnSpc>
                <a:spcBef>
                  <a:spcPts val="415"/>
                </a:spcBef>
              </a:pPr>
              <a:r>
                <a:rPr sz="600" spc="-55" dirty="0">
                  <a:solidFill>
                    <a:srgbClr val="4B5463"/>
                  </a:solidFill>
                  <a:latin typeface="Malgun Gothic"/>
                  <a:cs typeface="Malgun Gothic"/>
                </a:rPr>
                <a:t>벽지</a:t>
              </a:r>
              <a:r>
                <a:rPr sz="600" spc="-45" dirty="0">
                  <a:solidFill>
                    <a:srgbClr val="4B5463"/>
                  </a:solidFill>
                  <a:latin typeface="Malgun Gothic"/>
                  <a:cs typeface="Malgun Gothic"/>
                </a:rPr>
                <a:t> </a:t>
              </a:r>
              <a:r>
                <a:rPr sz="600" spc="-25" dirty="0">
                  <a:solidFill>
                    <a:srgbClr val="4B5463"/>
                  </a:solidFill>
                  <a:latin typeface="Malgun Gothic"/>
                  <a:cs typeface="Malgun Gothic"/>
                </a:rPr>
                <a:t>변경</a:t>
              </a:r>
              <a:endParaRPr sz="600">
                <a:latin typeface="Malgun Gothic"/>
                <a:cs typeface="Malgun Gothic"/>
              </a:endParaRPr>
            </a:p>
          </p:txBody>
        </p:sp>
        <p:grpSp>
          <p:nvGrpSpPr>
            <p:cNvPr id="25" name="object 45">
              <a:extLst>
                <a:ext uri="{FF2B5EF4-FFF2-40B4-BE49-F238E27FC236}">
                  <a16:creationId xmlns:a16="http://schemas.microsoft.com/office/drawing/2014/main" id="{23934BEC-8046-5AF9-515E-5344C33570BB}"/>
                </a:ext>
              </a:extLst>
            </p:cNvPr>
            <p:cNvGrpSpPr/>
            <p:nvPr/>
          </p:nvGrpSpPr>
          <p:grpSpPr>
            <a:xfrm>
              <a:off x="7758112" y="1627885"/>
              <a:ext cx="636270" cy="214629"/>
              <a:chOff x="7758112" y="1627885"/>
              <a:chExt cx="636270" cy="214629"/>
            </a:xfrm>
          </p:grpSpPr>
          <p:sp>
            <p:nvSpPr>
              <p:cNvPr id="65" name="object 46">
                <a:extLst>
                  <a:ext uri="{FF2B5EF4-FFF2-40B4-BE49-F238E27FC236}">
                    <a16:creationId xmlns:a16="http://schemas.microsoft.com/office/drawing/2014/main" id="{4FFC2B74-1653-C63E-64E0-BF5A0153ADC2}"/>
                  </a:ext>
                </a:extLst>
              </p:cNvPr>
              <p:cNvSpPr/>
              <p:nvPr/>
            </p:nvSpPr>
            <p:spPr>
              <a:xfrm>
                <a:off x="7758112" y="1627885"/>
                <a:ext cx="636270" cy="214629"/>
              </a:xfrm>
              <a:custGeom>
                <a:avLst/>
                <a:gdLst/>
                <a:ahLst/>
                <a:cxnLst/>
                <a:rect l="l" t="t" r="r" b="b"/>
                <a:pathLst>
                  <a:path w="636270" h="214630">
                    <a:moveTo>
                      <a:pt x="635793" y="0"/>
                    </a:moveTo>
                    <a:lnTo>
                      <a:pt x="0" y="0"/>
                    </a:lnTo>
                    <a:lnTo>
                      <a:pt x="0" y="214312"/>
                    </a:lnTo>
                    <a:lnTo>
                      <a:pt x="635793" y="214312"/>
                    </a:lnTo>
                    <a:lnTo>
                      <a:pt x="635793" y="0"/>
                    </a:lnTo>
                    <a:close/>
                  </a:path>
                </a:pathLst>
              </a:custGeom>
              <a:solidFill>
                <a:srgbClr val="F8F9FA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66" name="object 47">
                <a:extLst>
                  <a:ext uri="{FF2B5EF4-FFF2-40B4-BE49-F238E27FC236}">
                    <a16:creationId xmlns:a16="http://schemas.microsoft.com/office/drawing/2014/main" id="{58358EC0-7FDE-15D7-5B54-369A42B065DF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7858125" y="1688604"/>
                <a:ext cx="64293" cy="85725"/>
              </a:xfrm>
              <a:prstGeom prst="rect">
                <a:avLst/>
              </a:prstGeom>
            </p:spPr>
          </p:pic>
        </p:grpSp>
        <p:sp>
          <p:nvSpPr>
            <p:cNvPr id="26" name="object 48">
              <a:extLst>
                <a:ext uri="{FF2B5EF4-FFF2-40B4-BE49-F238E27FC236}">
                  <a16:creationId xmlns:a16="http://schemas.microsoft.com/office/drawing/2014/main" id="{7FA21B65-A648-F458-3392-FEC3E5241656}"/>
                </a:ext>
              </a:extLst>
            </p:cNvPr>
            <p:cNvSpPr txBox="1"/>
            <p:nvPr/>
          </p:nvSpPr>
          <p:spPr>
            <a:xfrm>
              <a:off x="7758112" y="1627885"/>
              <a:ext cx="636270" cy="214629"/>
            </a:xfrm>
            <a:prstGeom prst="rect">
              <a:avLst/>
            </a:prstGeom>
            <a:ln w="9144">
              <a:solidFill>
                <a:srgbClr val="E5E6EB"/>
              </a:solidFill>
            </a:ln>
          </p:spPr>
          <p:txBody>
            <a:bodyPr vert="horz" wrap="square" lIns="0" tIns="60325" rIns="0" bIns="0" rtlCol="0">
              <a:spAutoFit/>
            </a:bodyPr>
            <a:lstStyle/>
            <a:p>
              <a:pPr marL="163830">
                <a:lnSpc>
                  <a:spcPct val="100000"/>
                </a:lnSpc>
                <a:spcBef>
                  <a:spcPts val="475"/>
                </a:spcBef>
              </a:pPr>
              <a:r>
                <a:rPr sz="600" spc="-55" dirty="0">
                  <a:solidFill>
                    <a:srgbClr val="4B5463"/>
                  </a:solidFill>
                  <a:latin typeface="Malgun Gothic"/>
                  <a:cs typeface="Malgun Gothic"/>
                </a:rPr>
                <a:t>조명</a:t>
              </a:r>
              <a:r>
                <a:rPr sz="600" spc="-45" dirty="0">
                  <a:solidFill>
                    <a:srgbClr val="4B5463"/>
                  </a:solidFill>
                  <a:latin typeface="Malgun Gothic"/>
                  <a:cs typeface="Malgun Gothic"/>
                </a:rPr>
                <a:t> </a:t>
              </a:r>
              <a:r>
                <a:rPr sz="600" spc="-25" dirty="0">
                  <a:solidFill>
                    <a:srgbClr val="4B5463"/>
                  </a:solidFill>
                  <a:latin typeface="Malgun Gothic"/>
                  <a:cs typeface="Malgun Gothic"/>
                </a:rPr>
                <a:t>설정</a:t>
              </a:r>
              <a:endParaRPr sz="600">
                <a:latin typeface="Malgun Gothic"/>
                <a:cs typeface="Malgun Gothic"/>
              </a:endParaRPr>
            </a:p>
          </p:txBody>
        </p:sp>
        <p:sp>
          <p:nvSpPr>
            <p:cNvPr id="27" name="object 50">
              <a:extLst>
                <a:ext uri="{FF2B5EF4-FFF2-40B4-BE49-F238E27FC236}">
                  <a16:creationId xmlns:a16="http://schemas.microsoft.com/office/drawing/2014/main" id="{4CEE94D1-AD7F-7639-0969-3F6D1A9364D7}"/>
                </a:ext>
              </a:extLst>
            </p:cNvPr>
            <p:cNvSpPr txBox="1"/>
            <p:nvPr/>
          </p:nvSpPr>
          <p:spPr>
            <a:xfrm>
              <a:off x="3764750" y="1452788"/>
              <a:ext cx="2243455" cy="453329"/>
            </a:xfrm>
            <a:prstGeom prst="rect">
              <a:avLst/>
            </a:prstGeom>
          </p:spPr>
          <p:txBody>
            <a:bodyPr vert="horz" wrap="square" lIns="0" tIns="103505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815"/>
                </a:spcBef>
              </a:pPr>
              <a:r>
                <a:rPr lang="ko-KR" altLang="en-US" sz="1100" b="1" dirty="0">
                  <a:solidFill>
                    <a:srgbClr val="111826"/>
                  </a:solidFill>
                  <a:latin typeface="Arial"/>
                  <a:cs typeface="Arial"/>
                </a:rPr>
                <a:t>가구배치 위치 선택</a:t>
              </a:r>
              <a:endParaRPr lang="ko-KR" altLang="en-US" sz="1100" dirty="0">
                <a:latin typeface="Malgun Gothic"/>
                <a:cs typeface="Malgun Gothic"/>
              </a:endParaRPr>
            </a:p>
            <a:p>
              <a:pPr>
                <a:lnSpc>
                  <a:spcPct val="100000"/>
                </a:lnSpc>
                <a:spcBef>
                  <a:spcPts val="484"/>
                </a:spcBef>
              </a:pPr>
              <a:r>
                <a:rPr lang="ko-KR" altLang="en-US" sz="750" spc="-70" dirty="0">
                  <a:solidFill>
                    <a:srgbClr val="6B727F"/>
                  </a:solidFill>
                  <a:latin typeface="Malgun Gothic"/>
                  <a:cs typeface="Malgun Gothic"/>
                </a:rPr>
                <a:t>가구를 배치할 위치를 설정</a:t>
              </a:r>
              <a:r>
                <a:rPr lang="ko-KR" altLang="en-US" sz="750" spc="-60" dirty="0">
                  <a:solidFill>
                    <a:srgbClr val="6B727F"/>
                  </a:solidFill>
                  <a:latin typeface="Malgun Gothic"/>
                  <a:cs typeface="Malgun Gothic"/>
                </a:rPr>
                <a:t>하세요</a:t>
              </a:r>
              <a:endParaRPr lang="ko-KR" altLang="en-US" sz="750" dirty="0">
                <a:latin typeface="Malgun Gothic"/>
                <a:cs typeface="Malgun Gothic"/>
              </a:endParaRPr>
            </a:p>
          </p:txBody>
        </p:sp>
        <p:sp>
          <p:nvSpPr>
            <p:cNvPr id="28" name="object 52">
              <a:extLst>
                <a:ext uri="{FF2B5EF4-FFF2-40B4-BE49-F238E27FC236}">
                  <a16:creationId xmlns:a16="http://schemas.microsoft.com/office/drawing/2014/main" id="{51951EDC-4AD2-B867-E9FE-F74B23B54FFB}"/>
                </a:ext>
              </a:extLst>
            </p:cNvPr>
            <p:cNvSpPr/>
            <p:nvPr/>
          </p:nvSpPr>
          <p:spPr>
            <a:xfrm>
              <a:off x="3772755" y="2275281"/>
              <a:ext cx="4629631" cy="2061210"/>
            </a:xfrm>
            <a:custGeom>
              <a:avLst/>
              <a:gdLst/>
              <a:ahLst/>
              <a:cxnLst/>
              <a:rect l="l" t="t" r="r" b="b"/>
              <a:pathLst>
                <a:path w="2243454" h="2061210">
                  <a:moveTo>
                    <a:pt x="2243137" y="0"/>
                  </a:moveTo>
                  <a:lnTo>
                    <a:pt x="0" y="0"/>
                  </a:lnTo>
                  <a:lnTo>
                    <a:pt x="0" y="2060968"/>
                  </a:lnTo>
                  <a:lnTo>
                    <a:pt x="2243137" y="2060968"/>
                  </a:lnTo>
                  <a:lnTo>
                    <a:pt x="2243137" y="0"/>
                  </a:lnTo>
                  <a:close/>
                </a:path>
              </a:pathLst>
            </a:custGeom>
            <a:blipFill dpi="0"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0" name="object 64">
              <a:extLst>
                <a:ext uri="{FF2B5EF4-FFF2-40B4-BE49-F238E27FC236}">
                  <a16:creationId xmlns:a16="http://schemas.microsoft.com/office/drawing/2014/main" id="{873345A7-89DB-DBD9-DDFB-EBB09ADC3E0F}"/>
                </a:ext>
              </a:extLst>
            </p:cNvPr>
            <p:cNvSpPr txBox="1"/>
            <p:nvPr/>
          </p:nvSpPr>
          <p:spPr>
            <a:xfrm>
              <a:off x="6235852" y="4469600"/>
              <a:ext cx="975994" cy="116839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100"/>
                </a:spcBef>
                <a:tabLst>
                  <a:tab pos="664210" algn="l"/>
                </a:tabLst>
              </a:pPr>
              <a:r>
                <a:rPr sz="600" spc="-60" dirty="0">
                  <a:solidFill>
                    <a:srgbClr val="FFFFFF"/>
                  </a:solidFill>
                  <a:latin typeface="Malgun Gothic"/>
                  <a:cs typeface="Malgun Gothic"/>
                </a:rPr>
                <a:t>새로운</a:t>
              </a:r>
              <a:r>
                <a:rPr sz="600" spc="-30" dirty="0">
                  <a:solidFill>
                    <a:srgbClr val="FFFFFF"/>
                  </a:solidFill>
                  <a:latin typeface="Malgun Gothic"/>
                  <a:cs typeface="Malgun Gothic"/>
                </a:rPr>
                <a:t> </a:t>
              </a:r>
              <a:r>
                <a:rPr sz="600" spc="-25" dirty="0">
                  <a:solidFill>
                    <a:srgbClr val="FFFFFF"/>
                  </a:solidFill>
                  <a:latin typeface="Malgun Gothic"/>
                  <a:cs typeface="Malgun Gothic"/>
                </a:rPr>
                <a:t>소파</a:t>
              </a:r>
              <a:r>
                <a:rPr sz="600" dirty="0">
                  <a:solidFill>
                    <a:srgbClr val="FFFFFF"/>
                  </a:solidFill>
                  <a:latin typeface="Malgun Gothic"/>
                  <a:cs typeface="Malgun Gothic"/>
                </a:rPr>
                <a:t>	</a:t>
              </a:r>
              <a:r>
                <a:rPr sz="600" spc="-55" dirty="0">
                  <a:solidFill>
                    <a:srgbClr val="FFFFFF"/>
                  </a:solidFill>
                  <a:latin typeface="Malgun Gothic"/>
                  <a:cs typeface="Malgun Gothic"/>
                </a:rPr>
                <a:t>그린</a:t>
              </a:r>
              <a:r>
                <a:rPr sz="600" spc="-45" dirty="0">
                  <a:solidFill>
                    <a:srgbClr val="FFFFFF"/>
                  </a:solidFill>
                  <a:latin typeface="Malgun Gothic"/>
                  <a:cs typeface="Malgun Gothic"/>
                </a:rPr>
                <a:t> </a:t>
              </a:r>
              <a:r>
                <a:rPr sz="600" spc="-35" dirty="0">
                  <a:solidFill>
                    <a:srgbClr val="FFFFFF"/>
                  </a:solidFill>
                  <a:latin typeface="Malgun Gothic"/>
                  <a:cs typeface="Malgun Gothic"/>
                </a:rPr>
                <a:t>벨벳</a:t>
              </a:r>
              <a:endParaRPr sz="600">
                <a:latin typeface="Malgun Gothic"/>
                <a:cs typeface="Malgun Gothic"/>
              </a:endParaRPr>
            </a:p>
          </p:txBody>
        </p:sp>
      </p:grpSp>
      <p:sp>
        <p:nvSpPr>
          <p:cNvPr id="2" name="object 2">
            <a:extLst>
              <a:ext uri="{FF2B5EF4-FFF2-40B4-BE49-F238E27FC236}">
                <a16:creationId xmlns:a16="http://schemas.microsoft.com/office/drawing/2014/main" id="{5F18E9DC-BB27-4496-B473-868F25E44D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8800" y="436346"/>
            <a:ext cx="386080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ko-KR" altLang="en-US" spc="-180" dirty="0"/>
              <a:t>가구 및 소품 배치 위치 선택</a:t>
            </a:r>
            <a:endParaRPr spc="-17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099E9B50-F507-1CBE-22DE-CA08C685C361}"/>
              </a:ext>
            </a:extLst>
          </p:cNvPr>
          <p:cNvSpPr txBox="1"/>
          <p:nvPr/>
        </p:nvSpPr>
        <p:spPr>
          <a:xfrm>
            <a:off x="558800" y="881621"/>
            <a:ext cx="275907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95" dirty="0">
                <a:solidFill>
                  <a:srgbClr val="4B5463"/>
                </a:solidFill>
                <a:latin typeface="Malgun Gothic"/>
                <a:cs typeface="Malgun Gothic"/>
              </a:rPr>
              <a:t>실제</a:t>
            </a:r>
            <a:r>
              <a:rPr sz="1050" spc="-70" dirty="0">
                <a:solidFill>
                  <a:srgbClr val="4B5463"/>
                </a:solidFill>
                <a:latin typeface="Malgun Gothic"/>
                <a:cs typeface="Malgun Gothic"/>
              </a:rPr>
              <a:t> </a:t>
            </a:r>
            <a:r>
              <a:rPr sz="1050" spc="-95" dirty="0">
                <a:solidFill>
                  <a:srgbClr val="4B5463"/>
                </a:solidFill>
                <a:latin typeface="Malgun Gothic"/>
                <a:cs typeface="Malgun Gothic"/>
              </a:rPr>
              <a:t>방의</a:t>
            </a:r>
            <a:r>
              <a:rPr sz="1050" spc="-70" dirty="0">
                <a:solidFill>
                  <a:srgbClr val="4B5463"/>
                </a:solidFill>
                <a:latin typeface="Malgun Gothic"/>
                <a:cs typeface="Malgun Gothic"/>
              </a:rPr>
              <a:t> </a:t>
            </a:r>
            <a:r>
              <a:rPr sz="1050" spc="-95" dirty="0">
                <a:solidFill>
                  <a:srgbClr val="4B5463"/>
                </a:solidFill>
                <a:latin typeface="Malgun Gothic"/>
                <a:cs typeface="Malgun Gothic"/>
              </a:rPr>
              <a:t>변화를</a:t>
            </a:r>
            <a:r>
              <a:rPr sz="1050" spc="-70" dirty="0">
                <a:solidFill>
                  <a:srgbClr val="4B5463"/>
                </a:solidFill>
                <a:latin typeface="Malgun Gothic"/>
                <a:cs typeface="Malgun Gothic"/>
              </a:rPr>
              <a:t> </a:t>
            </a:r>
            <a:r>
              <a:rPr sz="1050" spc="-100" dirty="0">
                <a:solidFill>
                  <a:srgbClr val="4B5463"/>
                </a:solidFill>
                <a:latin typeface="Malgun Gothic"/>
                <a:cs typeface="Malgun Gothic"/>
              </a:rPr>
              <a:t>직관적으로</a:t>
            </a:r>
            <a:r>
              <a:rPr sz="1050" spc="-70" dirty="0">
                <a:solidFill>
                  <a:srgbClr val="4B5463"/>
                </a:solidFill>
                <a:latin typeface="Malgun Gothic"/>
                <a:cs typeface="Malgun Gothic"/>
              </a:rPr>
              <a:t> </a:t>
            </a:r>
            <a:r>
              <a:rPr sz="1050" spc="-100" dirty="0">
                <a:solidFill>
                  <a:srgbClr val="4B5463"/>
                </a:solidFill>
                <a:latin typeface="Malgun Gothic"/>
                <a:cs typeface="Malgun Gothic"/>
              </a:rPr>
              <a:t>확인하는</a:t>
            </a:r>
            <a:r>
              <a:rPr sz="1050" spc="-70" dirty="0">
                <a:solidFill>
                  <a:srgbClr val="4B5463"/>
                </a:solidFill>
                <a:latin typeface="Malgun Gothic"/>
                <a:cs typeface="Malgun Gothic"/>
              </a:rPr>
              <a:t> </a:t>
            </a:r>
            <a:r>
              <a:rPr sz="1050" spc="-95" dirty="0">
                <a:solidFill>
                  <a:srgbClr val="4B5463"/>
                </a:solidFill>
                <a:latin typeface="Malgun Gothic"/>
                <a:cs typeface="Malgun Gothic"/>
              </a:rPr>
              <a:t>인터페이스</a:t>
            </a:r>
            <a:endParaRPr sz="1050">
              <a:latin typeface="Malgun Gothic"/>
              <a:cs typeface="Malgun Gothic"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C115991A-0975-5AD4-4140-BFA0B0E33410}"/>
              </a:ext>
            </a:extLst>
          </p:cNvPr>
          <p:cNvGrpSpPr/>
          <p:nvPr/>
        </p:nvGrpSpPr>
        <p:grpSpPr>
          <a:xfrm>
            <a:off x="7772400" y="428625"/>
            <a:ext cx="800100" cy="269875"/>
            <a:chOff x="7772400" y="428625"/>
            <a:chExt cx="800100" cy="26987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6FED943-9D83-1005-5DDD-956355EC30F8}"/>
                </a:ext>
              </a:extLst>
            </p:cNvPr>
            <p:cNvSpPr/>
            <p:nvPr/>
          </p:nvSpPr>
          <p:spPr>
            <a:xfrm>
              <a:off x="7772400" y="428625"/>
              <a:ext cx="800100" cy="269875"/>
            </a:xfrm>
            <a:custGeom>
              <a:avLst/>
              <a:gdLst/>
              <a:ahLst/>
              <a:cxnLst/>
              <a:rect l="l" t="t" r="r" b="b"/>
              <a:pathLst>
                <a:path w="800100" h="269875">
                  <a:moveTo>
                    <a:pt x="800100" y="0"/>
                  </a:moveTo>
                  <a:lnTo>
                    <a:pt x="0" y="0"/>
                  </a:lnTo>
                  <a:lnTo>
                    <a:pt x="0" y="269671"/>
                  </a:lnTo>
                  <a:lnTo>
                    <a:pt x="800100" y="269671"/>
                  </a:lnTo>
                  <a:lnTo>
                    <a:pt x="800100" y="0"/>
                  </a:lnTo>
                  <a:close/>
                </a:path>
              </a:pathLst>
            </a:custGeom>
            <a:solidFill>
              <a:srgbClr val="636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11A93A57-8E6C-43EC-EC8D-AB7D80144E95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915275" y="506313"/>
              <a:ext cx="85725" cy="114300"/>
            </a:xfrm>
            <a:prstGeom prst="rect">
              <a:avLst/>
            </a:prstGeom>
          </p:spPr>
        </p:pic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ACE2D302-549F-AEA6-40C1-8D3927C608EA}"/>
              </a:ext>
            </a:extLst>
          </p:cNvPr>
          <p:cNvSpPr txBox="1"/>
          <p:nvPr/>
        </p:nvSpPr>
        <p:spPr>
          <a:xfrm>
            <a:off x="7772400" y="428625"/>
            <a:ext cx="800100" cy="26987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285750">
              <a:lnSpc>
                <a:spcPct val="100000"/>
              </a:lnSpc>
              <a:spcBef>
                <a:spcPts val="535"/>
              </a:spcBef>
            </a:pPr>
            <a:r>
              <a:rPr sz="800" b="1" spc="-80" dirty="0">
                <a:solidFill>
                  <a:srgbClr val="FFFFFF"/>
                </a:solidFill>
                <a:latin typeface="Malgun Gothic"/>
                <a:cs typeface="Malgun Gothic"/>
              </a:rPr>
              <a:t>앱</a:t>
            </a:r>
            <a:r>
              <a:rPr sz="800" b="1" spc="-5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800" b="1" spc="-25" dirty="0">
                <a:solidFill>
                  <a:srgbClr val="FFFFFF"/>
                </a:solidFill>
                <a:latin typeface="Malgun Gothic"/>
                <a:cs typeface="Malgun Gothic"/>
              </a:rPr>
              <a:t>목업</a:t>
            </a:r>
            <a:endParaRPr sz="800">
              <a:latin typeface="Malgun Gothic"/>
              <a:cs typeface="Malgun Gothic"/>
            </a:endParaRPr>
          </a:p>
        </p:txBody>
      </p: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27D66D47-6D1A-C15D-7CB6-8CF157452BD9}"/>
              </a:ext>
            </a:extLst>
          </p:cNvPr>
          <p:cNvGrpSpPr/>
          <p:nvPr/>
        </p:nvGrpSpPr>
        <p:grpSpPr>
          <a:xfrm>
            <a:off x="571500" y="1264451"/>
            <a:ext cx="2800350" cy="1821814"/>
            <a:chOff x="571500" y="1364449"/>
            <a:chExt cx="2800350" cy="1821814"/>
          </a:xfrm>
        </p:grpSpPr>
        <p:grpSp>
          <p:nvGrpSpPr>
            <p:cNvPr id="8" name="object 8">
              <a:extLst>
                <a:ext uri="{FF2B5EF4-FFF2-40B4-BE49-F238E27FC236}">
                  <a16:creationId xmlns:a16="http://schemas.microsoft.com/office/drawing/2014/main" id="{3E84DA02-C07C-FBAC-8938-3A26357B9228}"/>
                </a:ext>
              </a:extLst>
            </p:cNvPr>
            <p:cNvGrpSpPr/>
            <p:nvPr/>
          </p:nvGrpSpPr>
          <p:grpSpPr>
            <a:xfrm>
              <a:off x="571500" y="1364449"/>
              <a:ext cx="2800350" cy="1821814"/>
              <a:chOff x="571500" y="1364449"/>
              <a:chExt cx="2800350" cy="1821814"/>
            </a:xfrm>
          </p:grpSpPr>
          <p:sp>
            <p:nvSpPr>
              <p:cNvPr id="9" name="object 9">
                <a:extLst>
                  <a:ext uri="{FF2B5EF4-FFF2-40B4-BE49-F238E27FC236}">
                    <a16:creationId xmlns:a16="http://schemas.microsoft.com/office/drawing/2014/main" id="{0D0C5509-6820-6772-3C51-9FD4850E0075}"/>
                  </a:ext>
                </a:extLst>
              </p:cNvPr>
              <p:cNvSpPr/>
              <p:nvPr/>
            </p:nvSpPr>
            <p:spPr>
              <a:xfrm>
                <a:off x="571500" y="1364449"/>
                <a:ext cx="2800350" cy="1821814"/>
              </a:xfrm>
              <a:custGeom>
                <a:avLst/>
                <a:gdLst/>
                <a:ahLst/>
                <a:cxnLst/>
                <a:rect l="l" t="t" r="r" b="b"/>
                <a:pathLst>
                  <a:path w="2800350" h="1821814">
                    <a:moveTo>
                      <a:pt x="2800350" y="0"/>
                    </a:moveTo>
                    <a:lnTo>
                      <a:pt x="0" y="0"/>
                    </a:lnTo>
                    <a:lnTo>
                      <a:pt x="0" y="1821649"/>
                    </a:lnTo>
                    <a:lnTo>
                      <a:pt x="2800350" y="1821649"/>
                    </a:lnTo>
                    <a:lnTo>
                      <a:pt x="280035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0" name="object 10">
                <a:extLst>
                  <a:ext uri="{FF2B5EF4-FFF2-40B4-BE49-F238E27FC236}">
                    <a16:creationId xmlns:a16="http://schemas.microsoft.com/office/drawing/2014/main" id="{CFB188E4-6E71-8323-B23E-529F256FA1C0}"/>
                  </a:ext>
                </a:extLst>
              </p:cNvPr>
              <p:cNvPicPr/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714375" y="1528762"/>
                <a:ext cx="128587" cy="128587"/>
              </a:xfrm>
              <a:prstGeom prst="rect">
                <a:avLst/>
              </a:prstGeom>
            </p:spPr>
          </p:pic>
        </p:grp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E5E8316D-F19A-5C9C-AF61-969758A8A04E}"/>
                </a:ext>
              </a:extLst>
            </p:cNvPr>
            <p:cNvSpPr txBox="1"/>
            <p:nvPr/>
          </p:nvSpPr>
          <p:spPr>
            <a:xfrm>
              <a:off x="571500" y="1364449"/>
              <a:ext cx="2800350" cy="1821814"/>
            </a:xfrm>
            <a:prstGeom prst="rect">
              <a:avLst/>
            </a:prstGeom>
            <a:ln w="9144">
              <a:solidFill>
                <a:srgbClr val="E5E6EB"/>
              </a:solidFill>
            </a:ln>
          </p:spPr>
          <p:txBody>
            <a:bodyPr vert="horz" wrap="square" lIns="0" tIns="18415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145"/>
                </a:spcBef>
              </a:pPr>
              <a:endParaRPr sz="900">
                <a:latin typeface="Times New Roman"/>
                <a:cs typeface="Times New Roman"/>
              </a:endParaRPr>
            </a:p>
            <a:p>
              <a:pPr marL="342900">
                <a:lnSpc>
                  <a:spcPct val="100000"/>
                </a:lnSpc>
              </a:pPr>
              <a:r>
                <a:rPr sz="900" b="1" spc="-90" dirty="0">
                  <a:solidFill>
                    <a:srgbClr val="111826"/>
                  </a:solidFill>
                  <a:latin typeface="Malgun Gothic"/>
                  <a:cs typeface="Malgun Gothic"/>
                </a:rPr>
                <a:t>방</a:t>
              </a:r>
              <a:r>
                <a:rPr sz="900" b="1" spc="-65" dirty="0">
                  <a:solidFill>
                    <a:srgbClr val="111826"/>
                  </a:solidFill>
                  <a:latin typeface="Malgun Gothic"/>
                  <a:cs typeface="Malgun Gothic"/>
                </a:rPr>
                <a:t> </a:t>
              </a:r>
              <a:r>
                <a:rPr sz="900" b="1" spc="-85" dirty="0">
                  <a:solidFill>
                    <a:srgbClr val="111826"/>
                  </a:solidFill>
                  <a:latin typeface="Malgun Gothic"/>
                  <a:cs typeface="Malgun Gothic"/>
                </a:rPr>
                <a:t>사진</a:t>
              </a:r>
              <a:r>
                <a:rPr sz="900" b="1" spc="-60" dirty="0">
                  <a:solidFill>
                    <a:srgbClr val="111826"/>
                  </a:solidFill>
                  <a:latin typeface="Malgun Gothic"/>
                  <a:cs typeface="Malgun Gothic"/>
                </a:rPr>
                <a:t> </a:t>
              </a:r>
              <a:r>
                <a:rPr sz="900" b="1" spc="-25" dirty="0">
                  <a:solidFill>
                    <a:srgbClr val="111826"/>
                  </a:solidFill>
                  <a:latin typeface="Malgun Gothic"/>
                  <a:cs typeface="Malgun Gothic"/>
                </a:rPr>
                <a:t>업로드</a:t>
              </a:r>
              <a:endParaRPr sz="900">
                <a:latin typeface="Malgun Gothic"/>
                <a:cs typeface="Malgun Gothic"/>
              </a:endParaRPr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68D50F1F-7EAA-7C16-DD58-64468E96B5B9}"/>
                </a:ext>
              </a:extLst>
            </p:cNvPr>
            <p:cNvSpPr/>
            <p:nvPr/>
          </p:nvSpPr>
          <p:spPr>
            <a:xfrm>
              <a:off x="714374" y="1785937"/>
              <a:ext cx="2514600" cy="857250"/>
            </a:xfrm>
            <a:custGeom>
              <a:avLst/>
              <a:gdLst/>
              <a:ahLst/>
              <a:cxnLst/>
              <a:rect l="l" t="t" r="r" b="b"/>
              <a:pathLst>
                <a:path w="2514600" h="857250">
                  <a:moveTo>
                    <a:pt x="2514600" y="0"/>
                  </a:moveTo>
                  <a:lnTo>
                    <a:pt x="0" y="0"/>
                  </a:lnTo>
                  <a:lnTo>
                    <a:pt x="0" y="857250"/>
                  </a:lnTo>
                  <a:lnTo>
                    <a:pt x="2514600" y="857250"/>
                  </a:lnTo>
                  <a:lnTo>
                    <a:pt x="2514600" y="0"/>
                  </a:lnTo>
                  <a:close/>
                </a:path>
              </a:pathLst>
            </a:custGeom>
            <a:blipFill dpi="0" rotWithShape="1"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3C46DC60-6A57-ED04-9A02-ABCFF6667CF0}"/>
                </a:ext>
              </a:extLst>
            </p:cNvPr>
            <p:cNvSpPr/>
            <p:nvPr/>
          </p:nvSpPr>
          <p:spPr>
            <a:xfrm>
              <a:off x="714374" y="1785937"/>
              <a:ext cx="2514600" cy="857250"/>
            </a:xfrm>
            <a:custGeom>
              <a:avLst/>
              <a:gdLst/>
              <a:ahLst/>
              <a:cxnLst/>
              <a:rect l="l" t="t" r="r" b="b"/>
              <a:pathLst>
                <a:path w="2514600" h="857250">
                  <a:moveTo>
                    <a:pt x="0" y="0"/>
                  </a:moveTo>
                  <a:lnTo>
                    <a:pt x="2514600" y="0"/>
                  </a:lnTo>
                  <a:lnTo>
                    <a:pt x="2514600" y="857250"/>
                  </a:lnTo>
                  <a:lnTo>
                    <a:pt x="0" y="857250"/>
                  </a:lnTo>
                  <a:lnTo>
                    <a:pt x="0" y="0"/>
                  </a:lnTo>
                  <a:close/>
                </a:path>
              </a:pathLst>
            </a:custGeom>
            <a:ln w="9144">
              <a:solidFill>
                <a:srgbClr val="D1D4DA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3F029748-BAA1-03F6-7014-6560BC9054A3}"/>
                </a:ext>
              </a:extLst>
            </p:cNvPr>
            <p:cNvSpPr/>
            <p:nvPr/>
          </p:nvSpPr>
          <p:spPr>
            <a:xfrm>
              <a:off x="714374" y="2750350"/>
              <a:ext cx="2514600" cy="278765"/>
            </a:xfrm>
            <a:custGeom>
              <a:avLst/>
              <a:gdLst/>
              <a:ahLst/>
              <a:cxnLst/>
              <a:rect l="l" t="t" r="r" b="b"/>
              <a:pathLst>
                <a:path w="2514600" h="278764">
                  <a:moveTo>
                    <a:pt x="2514600" y="0"/>
                  </a:moveTo>
                  <a:lnTo>
                    <a:pt x="0" y="0"/>
                  </a:lnTo>
                  <a:lnTo>
                    <a:pt x="0" y="278599"/>
                  </a:lnTo>
                  <a:lnTo>
                    <a:pt x="2514600" y="278599"/>
                  </a:lnTo>
                  <a:lnTo>
                    <a:pt x="2514600" y="0"/>
                  </a:lnTo>
                  <a:close/>
                </a:path>
              </a:pathLst>
            </a:custGeom>
            <a:solidFill>
              <a:srgbClr val="636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>
              <a:extLst>
                <a:ext uri="{FF2B5EF4-FFF2-40B4-BE49-F238E27FC236}">
                  <a16:creationId xmlns:a16="http://schemas.microsoft.com/office/drawing/2014/main" id="{BBF1E4EA-9AB8-C6A4-7F15-79F3C3621EFF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46631" y="2834284"/>
              <a:ext cx="100012" cy="100012"/>
            </a:xfrm>
            <a:prstGeom prst="rect">
              <a:avLst/>
            </a:prstGeom>
          </p:spPr>
        </p:pic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1AF965CE-FDAC-7A32-5D50-12C073EB33B5}"/>
                </a:ext>
              </a:extLst>
            </p:cNvPr>
            <p:cNvSpPr txBox="1"/>
            <p:nvPr/>
          </p:nvSpPr>
          <p:spPr>
            <a:xfrm>
              <a:off x="714375" y="2750350"/>
              <a:ext cx="2514600" cy="278765"/>
            </a:xfrm>
            <a:prstGeom prst="rect">
              <a:avLst/>
            </a:prstGeom>
          </p:spPr>
          <p:txBody>
            <a:bodyPr vert="horz" wrap="square" lIns="0" tIns="80010" rIns="0" bIns="0" rtlCol="0">
              <a:spAutoFit/>
            </a:bodyPr>
            <a:lstStyle/>
            <a:p>
              <a:pPr marL="100330" algn="ctr">
                <a:lnSpc>
                  <a:spcPct val="100000"/>
                </a:lnSpc>
                <a:spcBef>
                  <a:spcPts val="630"/>
                </a:spcBef>
              </a:pPr>
              <a:r>
                <a:rPr sz="700" b="1" spc="-65" dirty="0">
                  <a:solidFill>
                    <a:srgbClr val="FFFFFF"/>
                  </a:solidFill>
                  <a:latin typeface="Malgun Gothic"/>
                  <a:cs typeface="Malgun Gothic"/>
                </a:rPr>
                <a:t>사진</a:t>
              </a:r>
              <a:r>
                <a:rPr sz="700" b="1" spc="-55" dirty="0">
                  <a:solidFill>
                    <a:srgbClr val="FFFFFF"/>
                  </a:solidFill>
                  <a:latin typeface="Malgun Gothic"/>
                  <a:cs typeface="Malgun Gothic"/>
                </a:rPr>
                <a:t> </a:t>
              </a:r>
              <a:r>
                <a:rPr sz="700" b="1" spc="-25" dirty="0">
                  <a:solidFill>
                    <a:srgbClr val="FFFFFF"/>
                  </a:solidFill>
                  <a:latin typeface="Malgun Gothic"/>
                  <a:cs typeface="Malgun Gothic"/>
                </a:rPr>
                <a:t>업로드</a:t>
              </a:r>
              <a:endParaRPr sz="700">
                <a:latin typeface="Malgun Gothic"/>
                <a:cs typeface="Malgun Gothic"/>
              </a:endParaRPr>
            </a:p>
          </p:txBody>
        </p:sp>
      </p:grpSp>
      <p:grpSp>
        <p:nvGrpSpPr>
          <p:cNvPr id="105" name="그룹 104">
            <a:extLst>
              <a:ext uri="{FF2B5EF4-FFF2-40B4-BE49-F238E27FC236}">
                <a16:creationId xmlns:a16="http://schemas.microsoft.com/office/drawing/2014/main" id="{0326F1B6-9B1A-4BD3-2074-25E0FF619A93}"/>
              </a:ext>
            </a:extLst>
          </p:cNvPr>
          <p:cNvGrpSpPr/>
          <p:nvPr/>
        </p:nvGrpSpPr>
        <p:grpSpPr>
          <a:xfrm>
            <a:off x="576200" y="3112136"/>
            <a:ext cx="2800350" cy="1821814"/>
            <a:chOff x="576200" y="2971635"/>
            <a:chExt cx="2800350" cy="1821814"/>
          </a:xfrm>
        </p:grpSpPr>
        <p:sp>
          <p:nvSpPr>
            <p:cNvPr id="102" name="object 9">
              <a:extLst>
                <a:ext uri="{FF2B5EF4-FFF2-40B4-BE49-F238E27FC236}">
                  <a16:creationId xmlns:a16="http://schemas.microsoft.com/office/drawing/2014/main" id="{CF051FD5-DE57-5232-B479-C2E7438891D2}"/>
                </a:ext>
              </a:extLst>
            </p:cNvPr>
            <p:cNvSpPr/>
            <p:nvPr/>
          </p:nvSpPr>
          <p:spPr>
            <a:xfrm>
              <a:off x="576200" y="2971635"/>
              <a:ext cx="2800350" cy="1821814"/>
            </a:xfrm>
            <a:custGeom>
              <a:avLst/>
              <a:gdLst/>
              <a:ahLst/>
              <a:cxnLst/>
              <a:rect l="l" t="t" r="r" b="b"/>
              <a:pathLst>
                <a:path w="2800350" h="1821814">
                  <a:moveTo>
                    <a:pt x="2800350" y="0"/>
                  </a:moveTo>
                  <a:lnTo>
                    <a:pt x="0" y="0"/>
                  </a:lnTo>
                  <a:lnTo>
                    <a:pt x="0" y="1821649"/>
                  </a:lnTo>
                  <a:lnTo>
                    <a:pt x="2800350" y="1821649"/>
                  </a:lnTo>
                  <a:lnTo>
                    <a:pt x="28003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95" name="object 11">
              <a:extLst>
                <a:ext uri="{FF2B5EF4-FFF2-40B4-BE49-F238E27FC236}">
                  <a16:creationId xmlns:a16="http://schemas.microsoft.com/office/drawing/2014/main" id="{B5F3DB32-5F87-57A2-77EA-E2B1DB5C817C}"/>
                </a:ext>
              </a:extLst>
            </p:cNvPr>
            <p:cNvSpPr txBox="1"/>
            <p:nvPr/>
          </p:nvSpPr>
          <p:spPr>
            <a:xfrm>
              <a:off x="576200" y="2971635"/>
              <a:ext cx="2800350" cy="295594"/>
            </a:xfrm>
            <a:prstGeom prst="rect">
              <a:avLst/>
            </a:prstGeom>
            <a:ln w="9144">
              <a:noFill/>
            </a:ln>
          </p:spPr>
          <p:txBody>
            <a:bodyPr vert="horz" wrap="square" lIns="0" tIns="18415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145"/>
                </a:spcBef>
              </a:pPr>
              <a:endParaRPr sz="900" dirty="0">
                <a:latin typeface="Times New Roman"/>
                <a:cs typeface="Times New Roman"/>
              </a:endParaRPr>
            </a:p>
            <a:p>
              <a:pPr marL="374650">
                <a:lnSpc>
                  <a:spcPct val="100000"/>
                </a:lnSpc>
              </a:pPr>
              <a:r>
                <a:rPr lang="ko-KR" altLang="en-US" sz="900" b="1" spc="-70" dirty="0">
                  <a:solidFill>
                    <a:srgbClr val="111826"/>
                  </a:solidFill>
                  <a:latin typeface="Malgun Gothic"/>
                  <a:cs typeface="Malgun Gothic"/>
                </a:rPr>
                <a:t>가구</a:t>
              </a:r>
              <a:r>
                <a:rPr lang="en-US" altLang="ko-KR" sz="900" b="1" spc="-70" dirty="0">
                  <a:solidFill>
                    <a:srgbClr val="111826"/>
                  </a:solidFill>
                  <a:latin typeface="Arial"/>
                  <a:cs typeface="Arial"/>
                </a:rPr>
                <a:t>/</a:t>
              </a:r>
              <a:r>
                <a:rPr lang="ko-KR" altLang="en-US" sz="900" b="1" spc="-70" dirty="0">
                  <a:solidFill>
                    <a:srgbClr val="111826"/>
                  </a:solidFill>
                  <a:latin typeface="Malgun Gothic"/>
                  <a:cs typeface="Malgun Gothic"/>
                </a:rPr>
                <a:t>소품</a:t>
              </a:r>
              <a:r>
                <a:rPr lang="ko-KR" altLang="en-US" sz="900" b="1" spc="-45" dirty="0">
                  <a:solidFill>
                    <a:srgbClr val="111826"/>
                  </a:solidFill>
                  <a:latin typeface="Malgun Gothic"/>
                  <a:cs typeface="Malgun Gothic"/>
                </a:rPr>
                <a:t> </a:t>
              </a:r>
              <a:r>
                <a:rPr lang="ko-KR" altLang="en-US" sz="900" b="1" spc="-25" dirty="0">
                  <a:solidFill>
                    <a:srgbClr val="111826"/>
                  </a:solidFill>
                  <a:latin typeface="Malgun Gothic"/>
                  <a:cs typeface="Malgun Gothic"/>
                </a:rPr>
                <a:t>이미지 업로드</a:t>
              </a:r>
              <a:endParaRPr lang="ko-KR" altLang="en-US" sz="900" dirty="0">
                <a:latin typeface="Malgun Gothic"/>
                <a:cs typeface="Malgun Gothic"/>
              </a:endParaRPr>
            </a:p>
          </p:txBody>
        </p:sp>
        <p:pic>
          <p:nvPicPr>
            <p:cNvPr id="21" name="object 21">
              <a:extLst>
                <a:ext uri="{FF2B5EF4-FFF2-40B4-BE49-F238E27FC236}">
                  <a16:creationId xmlns:a16="http://schemas.microsoft.com/office/drawing/2014/main" id="{AA1660E2-23F8-CA9F-736E-D7E2D361D829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14374" y="3155114"/>
              <a:ext cx="160733" cy="128587"/>
            </a:xfrm>
            <a:prstGeom prst="rect">
              <a:avLst/>
            </a:prstGeom>
          </p:spPr>
        </p:pic>
        <p:sp>
          <p:nvSpPr>
            <p:cNvPr id="96" name="object 13">
              <a:extLst>
                <a:ext uri="{FF2B5EF4-FFF2-40B4-BE49-F238E27FC236}">
                  <a16:creationId xmlns:a16="http://schemas.microsoft.com/office/drawing/2014/main" id="{A47A5D85-F4B9-AF93-3D67-71B0EBDAF1F5}"/>
                </a:ext>
              </a:extLst>
            </p:cNvPr>
            <p:cNvSpPr/>
            <p:nvPr/>
          </p:nvSpPr>
          <p:spPr>
            <a:xfrm>
              <a:off x="719074" y="3393123"/>
              <a:ext cx="2514600" cy="857250"/>
            </a:xfrm>
            <a:custGeom>
              <a:avLst/>
              <a:gdLst/>
              <a:ahLst/>
              <a:cxnLst/>
              <a:rect l="l" t="t" r="r" b="b"/>
              <a:pathLst>
                <a:path w="2514600" h="857250">
                  <a:moveTo>
                    <a:pt x="2514600" y="0"/>
                  </a:moveTo>
                  <a:lnTo>
                    <a:pt x="0" y="0"/>
                  </a:lnTo>
                  <a:lnTo>
                    <a:pt x="0" y="857250"/>
                  </a:lnTo>
                  <a:lnTo>
                    <a:pt x="2514600" y="857250"/>
                  </a:lnTo>
                  <a:lnTo>
                    <a:pt x="2514600" y="0"/>
                  </a:lnTo>
                  <a:close/>
                </a:path>
              </a:pathLst>
            </a:custGeom>
            <a:solidFill>
              <a:srgbClr val="F2F3F6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97" name="object 14">
              <a:extLst>
                <a:ext uri="{FF2B5EF4-FFF2-40B4-BE49-F238E27FC236}">
                  <a16:creationId xmlns:a16="http://schemas.microsoft.com/office/drawing/2014/main" id="{CCC77344-E56E-7F6B-B784-6AEC4A7F22A7}"/>
                </a:ext>
              </a:extLst>
            </p:cNvPr>
            <p:cNvSpPr/>
            <p:nvPr/>
          </p:nvSpPr>
          <p:spPr>
            <a:xfrm>
              <a:off x="719074" y="3393123"/>
              <a:ext cx="2514600" cy="857250"/>
            </a:xfrm>
            <a:custGeom>
              <a:avLst/>
              <a:gdLst/>
              <a:ahLst/>
              <a:cxnLst/>
              <a:rect l="l" t="t" r="r" b="b"/>
              <a:pathLst>
                <a:path w="2514600" h="857250">
                  <a:moveTo>
                    <a:pt x="0" y="0"/>
                  </a:moveTo>
                  <a:lnTo>
                    <a:pt x="2514600" y="0"/>
                  </a:lnTo>
                  <a:lnTo>
                    <a:pt x="2514600" y="857250"/>
                  </a:lnTo>
                  <a:lnTo>
                    <a:pt x="0" y="857250"/>
                  </a:lnTo>
                  <a:lnTo>
                    <a:pt x="0" y="0"/>
                  </a:lnTo>
                  <a:close/>
                </a:path>
              </a:pathLst>
            </a:custGeom>
            <a:ln w="9144">
              <a:solidFill>
                <a:srgbClr val="D1D4DA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8" name="object 15">
              <a:extLst>
                <a:ext uri="{FF2B5EF4-FFF2-40B4-BE49-F238E27FC236}">
                  <a16:creationId xmlns:a16="http://schemas.microsoft.com/office/drawing/2014/main" id="{508EABAA-969C-C880-FEE0-9F53AC096FA2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869225" y="3714585"/>
              <a:ext cx="214312" cy="214312"/>
            </a:xfrm>
            <a:prstGeom prst="rect">
              <a:avLst/>
            </a:prstGeom>
          </p:spPr>
        </p:pic>
        <p:sp>
          <p:nvSpPr>
            <p:cNvPr id="99" name="object 16">
              <a:extLst>
                <a:ext uri="{FF2B5EF4-FFF2-40B4-BE49-F238E27FC236}">
                  <a16:creationId xmlns:a16="http://schemas.microsoft.com/office/drawing/2014/main" id="{76D05A72-4AEF-74C4-35A3-14B12129AE23}"/>
                </a:ext>
              </a:extLst>
            </p:cNvPr>
            <p:cNvSpPr/>
            <p:nvPr/>
          </p:nvSpPr>
          <p:spPr>
            <a:xfrm>
              <a:off x="719074" y="4357536"/>
              <a:ext cx="2514600" cy="278765"/>
            </a:xfrm>
            <a:custGeom>
              <a:avLst/>
              <a:gdLst/>
              <a:ahLst/>
              <a:cxnLst/>
              <a:rect l="l" t="t" r="r" b="b"/>
              <a:pathLst>
                <a:path w="2514600" h="278764">
                  <a:moveTo>
                    <a:pt x="2514600" y="0"/>
                  </a:moveTo>
                  <a:lnTo>
                    <a:pt x="0" y="0"/>
                  </a:lnTo>
                  <a:lnTo>
                    <a:pt x="0" y="278599"/>
                  </a:lnTo>
                  <a:lnTo>
                    <a:pt x="2514600" y="278599"/>
                  </a:lnTo>
                  <a:lnTo>
                    <a:pt x="2514600" y="0"/>
                  </a:lnTo>
                  <a:close/>
                </a:path>
              </a:pathLst>
            </a:custGeom>
            <a:solidFill>
              <a:srgbClr val="6366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100" name="object 17">
              <a:extLst>
                <a:ext uri="{FF2B5EF4-FFF2-40B4-BE49-F238E27FC236}">
                  <a16:creationId xmlns:a16="http://schemas.microsoft.com/office/drawing/2014/main" id="{0C4A6A00-C2A5-0B48-5C94-C677EEDBB554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51331" y="4441470"/>
              <a:ext cx="100012" cy="100012"/>
            </a:xfrm>
            <a:prstGeom prst="rect">
              <a:avLst/>
            </a:prstGeom>
          </p:spPr>
        </p:pic>
        <p:sp>
          <p:nvSpPr>
            <p:cNvPr id="101" name="object 18">
              <a:extLst>
                <a:ext uri="{FF2B5EF4-FFF2-40B4-BE49-F238E27FC236}">
                  <a16:creationId xmlns:a16="http://schemas.microsoft.com/office/drawing/2014/main" id="{1C8970F9-FA57-823E-6AFC-6DE3AD651273}"/>
                </a:ext>
              </a:extLst>
            </p:cNvPr>
            <p:cNvSpPr txBox="1"/>
            <p:nvPr/>
          </p:nvSpPr>
          <p:spPr>
            <a:xfrm>
              <a:off x="719075" y="4357536"/>
              <a:ext cx="2514600" cy="278765"/>
            </a:xfrm>
            <a:prstGeom prst="rect">
              <a:avLst/>
            </a:prstGeom>
          </p:spPr>
          <p:txBody>
            <a:bodyPr vert="horz" wrap="square" lIns="0" tIns="80010" rIns="0" bIns="0" rtlCol="0">
              <a:spAutoFit/>
            </a:bodyPr>
            <a:lstStyle/>
            <a:p>
              <a:pPr marL="100330" algn="ctr">
                <a:lnSpc>
                  <a:spcPct val="100000"/>
                </a:lnSpc>
                <a:spcBef>
                  <a:spcPts val="630"/>
                </a:spcBef>
              </a:pPr>
              <a:r>
                <a:rPr sz="700" b="1" spc="-65" dirty="0">
                  <a:solidFill>
                    <a:srgbClr val="FFFFFF"/>
                  </a:solidFill>
                  <a:latin typeface="Malgun Gothic"/>
                  <a:cs typeface="Malgun Gothic"/>
                </a:rPr>
                <a:t>사진</a:t>
              </a:r>
              <a:r>
                <a:rPr sz="700" b="1" spc="-55" dirty="0">
                  <a:solidFill>
                    <a:srgbClr val="FFFFFF"/>
                  </a:solidFill>
                  <a:latin typeface="Malgun Gothic"/>
                  <a:cs typeface="Malgun Gothic"/>
                </a:rPr>
                <a:t> </a:t>
              </a:r>
              <a:r>
                <a:rPr sz="700" b="1" spc="-25" dirty="0">
                  <a:solidFill>
                    <a:srgbClr val="FFFFFF"/>
                  </a:solidFill>
                  <a:latin typeface="Malgun Gothic"/>
                  <a:cs typeface="Malgun Gothic"/>
                </a:rPr>
                <a:t>업로드</a:t>
              </a:r>
              <a:endParaRPr sz="700">
                <a:latin typeface="Malgun Gothic"/>
                <a:cs typeface="Malgun Gothic"/>
              </a:endParaRPr>
            </a:p>
          </p:txBody>
        </p:sp>
        <p:grpSp>
          <p:nvGrpSpPr>
            <p:cNvPr id="104" name="그룹 103">
              <a:extLst>
                <a:ext uri="{FF2B5EF4-FFF2-40B4-BE49-F238E27FC236}">
                  <a16:creationId xmlns:a16="http://schemas.microsoft.com/office/drawing/2014/main" id="{638F039C-B94C-0A16-D877-8D21A0B418E6}"/>
                </a:ext>
              </a:extLst>
            </p:cNvPr>
            <p:cNvGrpSpPr/>
            <p:nvPr/>
          </p:nvGrpSpPr>
          <p:grpSpPr>
            <a:xfrm>
              <a:off x="714374" y="4357536"/>
              <a:ext cx="2514600" cy="278765"/>
              <a:chOff x="714375" y="4371975"/>
              <a:chExt cx="2514600" cy="278765"/>
            </a:xfrm>
          </p:grpSpPr>
          <p:grpSp>
            <p:nvGrpSpPr>
              <p:cNvPr id="31" name="object 31">
                <a:extLst>
                  <a:ext uri="{FF2B5EF4-FFF2-40B4-BE49-F238E27FC236}">
                    <a16:creationId xmlns:a16="http://schemas.microsoft.com/office/drawing/2014/main" id="{C800D0B6-3E7B-32B0-16EF-55B7498197D6}"/>
                  </a:ext>
                </a:extLst>
              </p:cNvPr>
              <p:cNvGrpSpPr/>
              <p:nvPr/>
            </p:nvGrpSpPr>
            <p:grpSpPr>
              <a:xfrm>
                <a:off x="714375" y="4371975"/>
                <a:ext cx="2514600" cy="278765"/>
                <a:chOff x="714375" y="4371975"/>
                <a:chExt cx="2514600" cy="278765"/>
              </a:xfrm>
            </p:grpSpPr>
            <p:sp>
              <p:nvSpPr>
                <p:cNvPr id="32" name="object 32">
                  <a:extLst>
                    <a:ext uri="{FF2B5EF4-FFF2-40B4-BE49-F238E27FC236}">
                      <a16:creationId xmlns:a16="http://schemas.microsoft.com/office/drawing/2014/main" id="{D3A760B4-40C8-CCA7-588B-1870EA99F893}"/>
                    </a:ext>
                  </a:extLst>
                </p:cNvPr>
                <p:cNvSpPr/>
                <p:nvPr/>
              </p:nvSpPr>
              <p:spPr>
                <a:xfrm>
                  <a:off x="714375" y="4371975"/>
                  <a:ext cx="2514600" cy="2787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4600" h="278764">
                      <a:moveTo>
                        <a:pt x="2514600" y="0"/>
                      </a:moveTo>
                      <a:lnTo>
                        <a:pt x="0" y="0"/>
                      </a:lnTo>
                      <a:lnTo>
                        <a:pt x="0" y="278599"/>
                      </a:lnTo>
                      <a:lnTo>
                        <a:pt x="2514600" y="278599"/>
                      </a:lnTo>
                      <a:lnTo>
                        <a:pt x="2514600" y="0"/>
                      </a:lnTo>
                      <a:close/>
                    </a:path>
                  </a:pathLst>
                </a:custGeom>
                <a:solidFill>
                  <a:srgbClr val="6366F1"/>
                </a:solidFill>
              </p:spPr>
              <p:txBody>
                <a:bodyPr wrap="square" lIns="0" tIns="0" rIns="0" bIns="0" rtlCol="0"/>
                <a:lstStyle/>
                <a:p>
                  <a:endParaRPr dirty="0"/>
                </a:p>
              </p:txBody>
            </p:sp>
            <p:pic>
              <p:nvPicPr>
                <p:cNvPr id="33" name="object 33">
                  <a:extLst>
                    <a:ext uri="{FF2B5EF4-FFF2-40B4-BE49-F238E27FC236}">
                      <a16:creationId xmlns:a16="http://schemas.microsoft.com/office/drawing/2014/main" id="{CD58EF7D-B272-D394-40CF-C4BA4A2CBBE0}"/>
                    </a:ext>
                  </a:extLst>
                </p:cNvPr>
                <p:cNvPicPr/>
                <p:nvPr/>
              </p:nvPicPr>
              <p:blipFill>
                <a:blip r:embed="rId12" cstate="print"/>
                <a:stretch>
                  <a:fillRect/>
                </a:stretch>
              </p:blipFill>
              <p:spPr>
                <a:xfrm>
                  <a:off x="1651990" y="4455909"/>
                  <a:ext cx="89296" cy="100012"/>
                </a:xfrm>
                <a:prstGeom prst="rect">
                  <a:avLst/>
                </a:prstGeom>
              </p:spPr>
            </p:pic>
          </p:grpSp>
          <p:sp>
            <p:nvSpPr>
              <p:cNvPr id="34" name="object 34">
                <a:extLst>
                  <a:ext uri="{FF2B5EF4-FFF2-40B4-BE49-F238E27FC236}">
                    <a16:creationId xmlns:a16="http://schemas.microsoft.com/office/drawing/2014/main" id="{7DB99DF4-43A5-EFB6-27CA-CE282FC74F9C}"/>
                  </a:ext>
                </a:extLst>
              </p:cNvPr>
              <p:cNvSpPr txBox="1"/>
              <p:nvPr/>
            </p:nvSpPr>
            <p:spPr>
              <a:xfrm>
                <a:off x="714375" y="4371975"/>
                <a:ext cx="2514600" cy="188513"/>
              </a:xfrm>
              <a:prstGeom prst="rect">
                <a:avLst/>
              </a:prstGeom>
            </p:spPr>
            <p:txBody>
              <a:bodyPr vert="horz" wrap="square" lIns="0" tIns="80010" rIns="0" bIns="0" rtlCol="0">
                <a:spAutoFit/>
              </a:bodyPr>
              <a:lstStyle/>
              <a:p>
                <a:pPr marL="89535" algn="ctr">
                  <a:lnSpc>
                    <a:spcPct val="100000"/>
                  </a:lnSpc>
                  <a:spcBef>
                    <a:spcPts val="630"/>
                  </a:spcBef>
                </a:pPr>
                <a:r>
                  <a:rPr lang="ko-KR" altLang="en-US" sz="700" b="1" spc="-70" dirty="0">
                    <a:solidFill>
                      <a:srgbClr val="FFFFFF"/>
                    </a:solidFill>
                    <a:latin typeface="Malgun Gothic"/>
                    <a:cs typeface="Malgun Gothic"/>
                  </a:rPr>
                  <a:t>가구</a:t>
                </a:r>
                <a:r>
                  <a:rPr sz="700" b="1" spc="-35" dirty="0">
                    <a:solidFill>
                      <a:srgbClr val="FFFFFF"/>
                    </a:solidFill>
                    <a:latin typeface="Malgun Gothic"/>
                    <a:cs typeface="Malgun Gothic"/>
                  </a:rPr>
                  <a:t> </a:t>
                </a:r>
                <a:r>
                  <a:rPr sz="700" b="1" spc="-25" dirty="0">
                    <a:solidFill>
                      <a:srgbClr val="FFFFFF"/>
                    </a:solidFill>
                    <a:latin typeface="Malgun Gothic"/>
                    <a:cs typeface="Malgun Gothic"/>
                  </a:rPr>
                  <a:t>추가</a:t>
                </a:r>
                <a:endParaRPr sz="700" dirty="0">
                  <a:latin typeface="Malgun Gothic"/>
                  <a:cs typeface="Malgun Gothic"/>
                </a:endParaRPr>
              </a:p>
            </p:txBody>
          </p:sp>
        </p:grp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BA2402DA-CACF-D707-6053-8071F79AB88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074" y="3534727"/>
            <a:ext cx="1219200" cy="856147"/>
          </a:xfrm>
          <a:prstGeom prst="rect">
            <a:avLst/>
          </a:prstGeom>
        </p:spPr>
      </p:pic>
      <p:sp>
        <p:nvSpPr>
          <p:cNvPr id="35" name="육각형 34">
            <a:extLst>
              <a:ext uri="{FF2B5EF4-FFF2-40B4-BE49-F238E27FC236}">
                <a16:creationId xmlns:a16="http://schemas.microsoft.com/office/drawing/2014/main" id="{21D7C72F-0F36-94C3-7A0D-8DAF4402D208}"/>
              </a:ext>
            </a:extLst>
          </p:cNvPr>
          <p:cNvSpPr/>
          <p:nvPr/>
        </p:nvSpPr>
        <p:spPr>
          <a:xfrm rot="18903740">
            <a:off x="3643049" y="3101089"/>
            <a:ext cx="1465391" cy="832303"/>
          </a:xfrm>
          <a:prstGeom prst="hexagon">
            <a:avLst>
              <a:gd name="adj" fmla="val 50307"/>
              <a:gd name="vf" fmla="val 115470"/>
            </a:avLst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4" name="연결선: 구부러짐 83">
            <a:extLst>
              <a:ext uri="{FF2B5EF4-FFF2-40B4-BE49-F238E27FC236}">
                <a16:creationId xmlns:a16="http://schemas.microsoft.com/office/drawing/2014/main" id="{B8A25E80-44DE-0875-7302-D6573E04CD84}"/>
              </a:ext>
            </a:extLst>
          </p:cNvPr>
          <p:cNvCxnSpPr>
            <a:cxnSpLocks/>
          </p:cNvCxnSpPr>
          <p:nvPr/>
        </p:nvCxnSpPr>
        <p:spPr>
          <a:xfrm rot="16200000" flipH="1">
            <a:off x="3866064" y="3434816"/>
            <a:ext cx="598838" cy="577614"/>
          </a:xfrm>
          <a:prstGeom prst="bentConnector3">
            <a:avLst>
              <a:gd name="adj1" fmla="val 1252"/>
            </a:avLst>
          </a:prstGeom>
          <a:ln w="28575" cap="sq">
            <a:solidFill>
              <a:schemeClr val="bg1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A1AD7984-6DFD-92B2-E56D-1ACFF5A9F0B2}"/>
              </a:ext>
            </a:extLst>
          </p:cNvPr>
          <p:cNvCxnSpPr>
            <a:cxnSpLocks/>
            <a:stCxn id="35" idx="0"/>
          </p:cNvCxnSpPr>
          <p:nvPr/>
        </p:nvCxnSpPr>
        <p:spPr>
          <a:xfrm flipH="1">
            <a:off x="4449331" y="2999711"/>
            <a:ext cx="445071" cy="424491"/>
          </a:xfrm>
          <a:prstGeom prst="line">
            <a:avLst/>
          </a:prstGeom>
          <a:ln w="28575" cap="sq">
            <a:solidFill>
              <a:schemeClr val="bg1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0058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CEE7F-BF2B-F315-0EAD-3EFE9E0D4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object 36">
            <a:extLst>
              <a:ext uri="{FF2B5EF4-FFF2-40B4-BE49-F238E27FC236}">
                <a16:creationId xmlns:a16="http://schemas.microsoft.com/office/drawing/2014/main" id="{BAA5ADE2-73F2-4E08-19E0-948A9D5D328C}"/>
              </a:ext>
            </a:extLst>
          </p:cNvPr>
          <p:cNvSpPr/>
          <p:nvPr/>
        </p:nvSpPr>
        <p:spPr>
          <a:xfrm>
            <a:off x="385762" y="1256487"/>
            <a:ext cx="8186738" cy="3429000"/>
          </a:xfrm>
          <a:custGeom>
            <a:avLst/>
            <a:gdLst/>
            <a:ahLst/>
            <a:cxnLst/>
            <a:rect l="l" t="t" r="r" b="b"/>
            <a:pathLst>
              <a:path w="4986655" h="3429000">
                <a:moveTo>
                  <a:pt x="4986337" y="0"/>
                </a:moveTo>
                <a:lnTo>
                  <a:pt x="0" y="0"/>
                </a:lnTo>
                <a:lnTo>
                  <a:pt x="0" y="3429000"/>
                </a:lnTo>
                <a:lnTo>
                  <a:pt x="4986337" y="3429000"/>
                </a:lnTo>
                <a:lnTo>
                  <a:pt x="498633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F840CF27-BAD7-8752-D957-D2A6D42B55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8800" y="436346"/>
            <a:ext cx="27095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ko-KR" altLang="en-US" spc="-180" dirty="0"/>
              <a:t>가구 배치 전후 비교</a:t>
            </a:r>
            <a:endParaRPr spc="-17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E158AC6-97F5-370F-4C41-177626D16EB0}"/>
              </a:ext>
            </a:extLst>
          </p:cNvPr>
          <p:cNvSpPr txBox="1"/>
          <p:nvPr/>
        </p:nvSpPr>
        <p:spPr>
          <a:xfrm>
            <a:off x="558800" y="881621"/>
            <a:ext cx="275907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95" dirty="0">
                <a:solidFill>
                  <a:srgbClr val="4B5463"/>
                </a:solidFill>
                <a:latin typeface="Malgun Gothic"/>
                <a:cs typeface="Malgun Gothic"/>
              </a:rPr>
              <a:t>실제</a:t>
            </a:r>
            <a:r>
              <a:rPr sz="1050" spc="-70" dirty="0">
                <a:solidFill>
                  <a:srgbClr val="4B5463"/>
                </a:solidFill>
                <a:latin typeface="Malgun Gothic"/>
                <a:cs typeface="Malgun Gothic"/>
              </a:rPr>
              <a:t> </a:t>
            </a:r>
            <a:r>
              <a:rPr sz="1050" spc="-95" dirty="0">
                <a:solidFill>
                  <a:srgbClr val="4B5463"/>
                </a:solidFill>
                <a:latin typeface="Malgun Gothic"/>
                <a:cs typeface="Malgun Gothic"/>
              </a:rPr>
              <a:t>방의</a:t>
            </a:r>
            <a:r>
              <a:rPr sz="1050" spc="-70" dirty="0">
                <a:solidFill>
                  <a:srgbClr val="4B5463"/>
                </a:solidFill>
                <a:latin typeface="Malgun Gothic"/>
                <a:cs typeface="Malgun Gothic"/>
              </a:rPr>
              <a:t> </a:t>
            </a:r>
            <a:r>
              <a:rPr sz="1050" spc="-95" dirty="0">
                <a:solidFill>
                  <a:srgbClr val="4B5463"/>
                </a:solidFill>
                <a:latin typeface="Malgun Gothic"/>
                <a:cs typeface="Malgun Gothic"/>
              </a:rPr>
              <a:t>변화를</a:t>
            </a:r>
            <a:r>
              <a:rPr sz="1050" spc="-70" dirty="0">
                <a:solidFill>
                  <a:srgbClr val="4B5463"/>
                </a:solidFill>
                <a:latin typeface="Malgun Gothic"/>
                <a:cs typeface="Malgun Gothic"/>
              </a:rPr>
              <a:t> </a:t>
            </a:r>
            <a:r>
              <a:rPr sz="1050" spc="-100" dirty="0">
                <a:solidFill>
                  <a:srgbClr val="4B5463"/>
                </a:solidFill>
                <a:latin typeface="Malgun Gothic"/>
                <a:cs typeface="Malgun Gothic"/>
              </a:rPr>
              <a:t>직관적으로</a:t>
            </a:r>
            <a:r>
              <a:rPr sz="1050" spc="-70" dirty="0">
                <a:solidFill>
                  <a:srgbClr val="4B5463"/>
                </a:solidFill>
                <a:latin typeface="Malgun Gothic"/>
                <a:cs typeface="Malgun Gothic"/>
              </a:rPr>
              <a:t> </a:t>
            </a:r>
            <a:r>
              <a:rPr sz="1050" spc="-100" dirty="0">
                <a:solidFill>
                  <a:srgbClr val="4B5463"/>
                </a:solidFill>
                <a:latin typeface="Malgun Gothic"/>
                <a:cs typeface="Malgun Gothic"/>
              </a:rPr>
              <a:t>확인하는</a:t>
            </a:r>
            <a:r>
              <a:rPr sz="1050" spc="-70" dirty="0">
                <a:solidFill>
                  <a:srgbClr val="4B5463"/>
                </a:solidFill>
                <a:latin typeface="Malgun Gothic"/>
                <a:cs typeface="Malgun Gothic"/>
              </a:rPr>
              <a:t> </a:t>
            </a:r>
            <a:r>
              <a:rPr sz="1050" spc="-95" dirty="0">
                <a:solidFill>
                  <a:srgbClr val="4B5463"/>
                </a:solidFill>
                <a:latin typeface="Malgun Gothic"/>
                <a:cs typeface="Malgun Gothic"/>
              </a:rPr>
              <a:t>인터페이스</a:t>
            </a:r>
            <a:endParaRPr sz="1050">
              <a:latin typeface="Malgun Gothic"/>
              <a:cs typeface="Malgun Gothic"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2B5393BE-E55E-304B-D87B-E5B58CD3437C}"/>
              </a:ext>
            </a:extLst>
          </p:cNvPr>
          <p:cNvGrpSpPr/>
          <p:nvPr/>
        </p:nvGrpSpPr>
        <p:grpSpPr>
          <a:xfrm>
            <a:off x="7772400" y="428625"/>
            <a:ext cx="800100" cy="269875"/>
            <a:chOff x="7772400" y="428625"/>
            <a:chExt cx="800100" cy="26987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D64835D2-0AA7-2B49-51B6-F37AEA65AD0D}"/>
                </a:ext>
              </a:extLst>
            </p:cNvPr>
            <p:cNvSpPr/>
            <p:nvPr/>
          </p:nvSpPr>
          <p:spPr>
            <a:xfrm>
              <a:off x="7772400" y="428625"/>
              <a:ext cx="800100" cy="269875"/>
            </a:xfrm>
            <a:custGeom>
              <a:avLst/>
              <a:gdLst/>
              <a:ahLst/>
              <a:cxnLst/>
              <a:rect l="l" t="t" r="r" b="b"/>
              <a:pathLst>
                <a:path w="800100" h="269875">
                  <a:moveTo>
                    <a:pt x="800100" y="0"/>
                  </a:moveTo>
                  <a:lnTo>
                    <a:pt x="0" y="0"/>
                  </a:lnTo>
                  <a:lnTo>
                    <a:pt x="0" y="269671"/>
                  </a:lnTo>
                  <a:lnTo>
                    <a:pt x="800100" y="269671"/>
                  </a:lnTo>
                  <a:lnTo>
                    <a:pt x="800100" y="0"/>
                  </a:lnTo>
                  <a:close/>
                </a:path>
              </a:pathLst>
            </a:custGeom>
            <a:solidFill>
              <a:srgbClr val="636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35B48A37-152F-1708-4060-CE76A75F687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15275" y="506313"/>
              <a:ext cx="85725" cy="114300"/>
            </a:xfrm>
            <a:prstGeom prst="rect">
              <a:avLst/>
            </a:prstGeom>
          </p:spPr>
        </p:pic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DF56DF88-666B-1080-F5F1-9F37EFA5F43A}"/>
              </a:ext>
            </a:extLst>
          </p:cNvPr>
          <p:cNvSpPr txBox="1"/>
          <p:nvPr/>
        </p:nvSpPr>
        <p:spPr>
          <a:xfrm>
            <a:off x="7772400" y="428625"/>
            <a:ext cx="800100" cy="26987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285750">
              <a:lnSpc>
                <a:spcPct val="100000"/>
              </a:lnSpc>
              <a:spcBef>
                <a:spcPts val="535"/>
              </a:spcBef>
            </a:pPr>
            <a:r>
              <a:rPr sz="800" b="1" spc="-80" dirty="0">
                <a:solidFill>
                  <a:srgbClr val="FFFFFF"/>
                </a:solidFill>
                <a:latin typeface="Malgun Gothic"/>
                <a:cs typeface="Malgun Gothic"/>
              </a:rPr>
              <a:t>앱</a:t>
            </a:r>
            <a:r>
              <a:rPr sz="800" b="1" spc="-5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800" b="1" spc="-25" dirty="0">
                <a:solidFill>
                  <a:srgbClr val="FFFFFF"/>
                </a:solidFill>
                <a:latin typeface="Malgun Gothic"/>
                <a:cs typeface="Malgun Gothic"/>
              </a:rPr>
              <a:t>목업</a:t>
            </a:r>
            <a:endParaRPr sz="800">
              <a:latin typeface="Malgun Gothic"/>
              <a:cs typeface="Malgun Gothic"/>
            </a:endParaRPr>
          </a:p>
        </p:txBody>
      </p:sp>
      <p:sp>
        <p:nvSpPr>
          <p:cNvPr id="85" name="object 37">
            <a:extLst>
              <a:ext uri="{FF2B5EF4-FFF2-40B4-BE49-F238E27FC236}">
                <a16:creationId xmlns:a16="http://schemas.microsoft.com/office/drawing/2014/main" id="{6D0FC443-ACA7-8B06-F8A7-FF3F327E5743}"/>
              </a:ext>
            </a:extLst>
          </p:cNvPr>
          <p:cNvSpPr/>
          <p:nvPr/>
        </p:nvSpPr>
        <p:spPr>
          <a:xfrm>
            <a:off x="385762" y="1256487"/>
            <a:ext cx="4986655" cy="3429000"/>
          </a:xfrm>
          <a:custGeom>
            <a:avLst/>
            <a:gdLst/>
            <a:ahLst/>
            <a:cxnLst/>
            <a:rect l="l" t="t" r="r" b="b"/>
            <a:pathLst>
              <a:path w="4986655" h="3429000">
                <a:moveTo>
                  <a:pt x="0" y="0"/>
                </a:moveTo>
                <a:lnTo>
                  <a:pt x="4986337" y="0"/>
                </a:lnTo>
                <a:lnTo>
                  <a:pt x="4986337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ln w="9144">
            <a:noFill/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06DA85F3-C24E-579F-042A-1E84508FEE1C}"/>
              </a:ext>
            </a:extLst>
          </p:cNvPr>
          <p:cNvGrpSpPr/>
          <p:nvPr/>
        </p:nvGrpSpPr>
        <p:grpSpPr>
          <a:xfrm>
            <a:off x="6246026" y="1514054"/>
            <a:ext cx="2115033" cy="214629"/>
            <a:chOff x="3078949" y="1519923"/>
            <a:chExt cx="2115033" cy="214629"/>
          </a:xfrm>
        </p:grpSpPr>
        <p:sp>
          <p:nvSpPr>
            <p:cNvPr id="86" name="object 38">
              <a:extLst>
                <a:ext uri="{FF2B5EF4-FFF2-40B4-BE49-F238E27FC236}">
                  <a16:creationId xmlns:a16="http://schemas.microsoft.com/office/drawing/2014/main" id="{12218DF7-1C6F-07D2-EDB7-0C050F84C8BB}"/>
                </a:ext>
              </a:extLst>
            </p:cNvPr>
            <p:cNvSpPr/>
            <p:nvPr/>
          </p:nvSpPr>
          <p:spPr>
            <a:xfrm>
              <a:off x="3078949" y="1519923"/>
              <a:ext cx="678815" cy="214629"/>
            </a:xfrm>
            <a:custGeom>
              <a:avLst/>
              <a:gdLst/>
              <a:ahLst/>
              <a:cxnLst/>
              <a:rect l="l" t="t" r="r" b="b"/>
              <a:pathLst>
                <a:path w="678815" h="214630">
                  <a:moveTo>
                    <a:pt x="678656" y="0"/>
                  </a:moveTo>
                  <a:lnTo>
                    <a:pt x="0" y="0"/>
                  </a:lnTo>
                  <a:lnTo>
                    <a:pt x="0" y="214312"/>
                  </a:lnTo>
                  <a:lnTo>
                    <a:pt x="678656" y="214312"/>
                  </a:lnTo>
                  <a:lnTo>
                    <a:pt x="678656" y="0"/>
                  </a:lnTo>
                  <a:close/>
                </a:path>
              </a:pathLst>
            </a:custGeom>
            <a:solidFill>
              <a:srgbClr val="EDF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7" name="object 39">
              <a:extLst>
                <a:ext uri="{FF2B5EF4-FFF2-40B4-BE49-F238E27FC236}">
                  <a16:creationId xmlns:a16="http://schemas.microsoft.com/office/drawing/2014/main" id="{51F1EF80-4852-1C4F-EA6D-5F130676A53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78975" y="1573492"/>
              <a:ext cx="107155" cy="85725"/>
            </a:xfrm>
            <a:prstGeom prst="rect">
              <a:avLst/>
            </a:prstGeom>
          </p:spPr>
        </p:pic>
        <p:sp>
          <p:nvSpPr>
            <p:cNvPr id="27" name="object 40">
              <a:extLst>
                <a:ext uri="{FF2B5EF4-FFF2-40B4-BE49-F238E27FC236}">
                  <a16:creationId xmlns:a16="http://schemas.microsoft.com/office/drawing/2014/main" id="{0671EF50-8A9D-83B9-65AB-E9A234EA7334}"/>
                </a:ext>
              </a:extLst>
            </p:cNvPr>
            <p:cNvSpPr txBox="1"/>
            <p:nvPr/>
          </p:nvSpPr>
          <p:spPr>
            <a:xfrm>
              <a:off x="3078950" y="1519923"/>
              <a:ext cx="678815" cy="214629"/>
            </a:xfrm>
            <a:prstGeom prst="rect">
              <a:avLst/>
            </a:prstGeom>
            <a:ln w="9144">
              <a:solidFill>
                <a:srgbClr val="6366F1"/>
              </a:solidFill>
            </a:ln>
          </p:spPr>
          <p:txBody>
            <a:bodyPr vert="horz" wrap="square" lIns="0" tIns="52705" rIns="0" bIns="0" rtlCol="0">
              <a:spAutoFit/>
            </a:bodyPr>
            <a:lstStyle/>
            <a:p>
              <a:pPr marL="207010">
                <a:lnSpc>
                  <a:spcPct val="100000"/>
                </a:lnSpc>
                <a:spcBef>
                  <a:spcPts val="415"/>
                </a:spcBef>
              </a:pPr>
              <a:r>
                <a:rPr sz="600" b="1" spc="-55" dirty="0">
                  <a:solidFill>
                    <a:srgbClr val="6366F1"/>
                  </a:solidFill>
                  <a:latin typeface="Malgun Gothic"/>
                  <a:cs typeface="Malgun Gothic"/>
                </a:rPr>
                <a:t>가구</a:t>
              </a:r>
              <a:r>
                <a:rPr sz="600" b="1" spc="-45" dirty="0">
                  <a:solidFill>
                    <a:srgbClr val="6366F1"/>
                  </a:solidFill>
                  <a:latin typeface="Malgun Gothic"/>
                  <a:cs typeface="Malgun Gothic"/>
                </a:rPr>
                <a:t> </a:t>
              </a:r>
              <a:r>
                <a:rPr sz="600" b="1" spc="-25" dirty="0">
                  <a:solidFill>
                    <a:srgbClr val="6366F1"/>
                  </a:solidFill>
                  <a:latin typeface="Malgun Gothic"/>
                  <a:cs typeface="Malgun Gothic"/>
                </a:rPr>
                <a:t>변경</a:t>
              </a:r>
              <a:endParaRPr sz="600" dirty="0">
                <a:latin typeface="Malgun Gothic"/>
                <a:cs typeface="Malgun Gothic"/>
              </a:endParaRPr>
            </a:p>
          </p:txBody>
        </p:sp>
        <p:grpSp>
          <p:nvGrpSpPr>
            <p:cNvPr id="28" name="object 41">
              <a:extLst>
                <a:ext uri="{FF2B5EF4-FFF2-40B4-BE49-F238E27FC236}">
                  <a16:creationId xmlns:a16="http://schemas.microsoft.com/office/drawing/2014/main" id="{FB656713-5FB9-093D-209A-49D1B54B8ACE}"/>
                </a:ext>
              </a:extLst>
            </p:cNvPr>
            <p:cNvGrpSpPr/>
            <p:nvPr/>
          </p:nvGrpSpPr>
          <p:grpSpPr>
            <a:xfrm>
              <a:off x="3829050" y="1519923"/>
              <a:ext cx="657225" cy="214629"/>
              <a:chOff x="7029450" y="1627885"/>
              <a:chExt cx="657225" cy="214629"/>
            </a:xfrm>
          </p:grpSpPr>
          <p:sp>
            <p:nvSpPr>
              <p:cNvPr id="82" name="object 42">
                <a:extLst>
                  <a:ext uri="{FF2B5EF4-FFF2-40B4-BE49-F238E27FC236}">
                    <a16:creationId xmlns:a16="http://schemas.microsoft.com/office/drawing/2014/main" id="{52031773-D6F1-0172-2D48-685825546472}"/>
                  </a:ext>
                </a:extLst>
              </p:cNvPr>
              <p:cNvSpPr/>
              <p:nvPr/>
            </p:nvSpPr>
            <p:spPr>
              <a:xfrm>
                <a:off x="7029450" y="1627885"/>
                <a:ext cx="657225" cy="214629"/>
              </a:xfrm>
              <a:custGeom>
                <a:avLst/>
                <a:gdLst/>
                <a:ahLst/>
                <a:cxnLst/>
                <a:rect l="l" t="t" r="r" b="b"/>
                <a:pathLst>
                  <a:path w="657225" h="214630">
                    <a:moveTo>
                      <a:pt x="657225" y="0"/>
                    </a:moveTo>
                    <a:lnTo>
                      <a:pt x="0" y="0"/>
                    </a:lnTo>
                    <a:lnTo>
                      <a:pt x="0" y="214312"/>
                    </a:lnTo>
                    <a:lnTo>
                      <a:pt x="657225" y="214312"/>
                    </a:lnTo>
                    <a:lnTo>
                      <a:pt x="657225" y="0"/>
                    </a:lnTo>
                    <a:close/>
                  </a:path>
                </a:pathLst>
              </a:custGeom>
              <a:solidFill>
                <a:srgbClr val="F8F9FA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83" name="object 43">
                <a:extLst>
                  <a:ext uri="{FF2B5EF4-FFF2-40B4-BE49-F238E27FC236}">
                    <a16:creationId xmlns:a16="http://schemas.microsoft.com/office/drawing/2014/main" id="{416063E1-6AA0-5E2B-9D5A-EBF9AFBC76FD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7129462" y="1681454"/>
                <a:ext cx="85725" cy="85725"/>
              </a:xfrm>
              <a:prstGeom prst="rect">
                <a:avLst/>
              </a:prstGeom>
            </p:spPr>
          </p:pic>
        </p:grpSp>
        <p:sp>
          <p:nvSpPr>
            <p:cNvPr id="29" name="object 44">
              <a:extLst>
                <a:ext uri="{FF2B5EF4-FFF2-40B4-BE49-F238E27FC236}">
                  <a16:creationId xmlns:a16="http://schemas.microsoft.com/office/drawing/2014/main" id="{0681F68C-F057-0BD8-FEAC-E514DDD88E4E}"/>
                </a:ext>
              </a:extLst>
            </p:cNvPr>
            <p:cNvSpPr txBox="1"/>
            <p:nvPr/>
          </p:nvSpPr>
          <p:spPr>
            <a:xfrm>
              <a:off x="3829050" y="1519923"/>
              <a:ext cx="657225" cy="214629"/>
            </a:xfrm>
            <a:prstGeom prst="rect">
              <a:avLst/>
            </a:prstGeom>
            <a:ln w="9144">
              <a:solidFill>
                <a:srgbClr val="E5E6EB"/>
              </a:solidFill>
            </a:ln>
          </p:spPr>
          <p:txBody>
            <a:bodyPr vert="horz" wrap="square" lIns="0" tIns="52705" rIns="0" bIns="0" rtlCol="0">
              <a:spAutoFit/>
            </a:bodyPr>
            <a:lstStyle/>
            <a:p>
              <a:pPr marL="185420">
                <a:lnSpc>
                  <a:spcPct val="100000"/>
                </a:lnSpc>
                <a:spcBef>
                  <a:spcPts val="415"/>
                </a:spcBef>
              </a:pPr>
              <a:r>
                <a:rPr sz="600" spc="-55" dirty="0">
                  <a:solidFill>
                    <a:srgbClr val="4B5463"/>
                  </a:solidFill>
                  <a:latin typeface="Malgun Gothic"/>
                  <a:cs typeface="Malgun Gothic"/>
                </a:rPr>
                <a:t>벽지</a:t>
              </a:r>
              <a:r>
                <a:rPr sz="600" spc="-45" dirty="0">
                  <a:solidFill>
                    <a:srgbClr val="4B5463"/>
                  </a:solidFill>
                  <a:latin typeface="Malgun Gothic"/>
                  <a:cs typeface="Malgun Gothic"/>
                </a:rPr>
                <a:t> </a:t>
              </a:r>
              <a:r>
                <a:rPr sz="600" spc="-25" dirty="0">
                  <a:solidFill>
                    <a:srgbClr val="4B5463"/>
                  </a:solidFill>
                  <a:latin typeface="Malgun Gothic"/>
                  <a:cs typeface="Malgun Gothic"/>
                </a:rPr>
                <a:t>변경</a:t>
              </a:r>
              <a:endParaRPr sz="600" dirty="0">
                <a:latin typeface="Malgun Gothic"/>
                <a:cs typeface="Malgun Gothic"/>
              </a:endParaRPr>
            </a:p>
          </p:txBody>
        </p:sp>
        <p:grpSp>
          <p:nvGrpSpPr>
            <p:cNvPr id="30" name="object 45">
              <a:extLst>
                <a:ext uri="{FF2B5EF4-FFF2-40B4-BE49-F238E27FC236}">
                  <a16:creationId xmlns:a16="http://schemas.microsoft.com/office/drawing/2014/main" id="{91AE6466-7F62-8E61-D466-CD682093706B}"/>
                </a:ext>
              </a:extLst>
            </p:cNvPr>
            <p:cNvGrpSpPr/>
            <p:nvPr/>
          </p:nvGrpSpPr>
          <p:grpSpPr>
            <a:xfrm>
              <a:off x="4557712" y="1519923"/>
              <a:ext cx="636270" cy="214629"/>
              <a:chOff x="7758112" y="1627885"/>
              <a:chExt cx="636270" cy="214629"/>
            </a:xfrm>
          </p:grpSpPr>
          <p:sp>
            <p:nvSpPr>
              <p:cNvPr id="80" name="object 46">
                <a:extLst>
                  <a:ext uri="{FF2B5EF4-FFF2-40B4-BE49-F238E27FC236}">
                    <a16:creationId xmlns:a16="http://schemas.microsoft.com/office/drawing/2014/main" id="{604BA9BF-348E-2855-C1E1-63E4E674A936}"/>
                  </a:ext>
                </a:extLst>
              </p:cNvPr>
              <p:cNvSpPr/>
              <p:nvPr/>
            </p:nvSpPr>
            <p:spPr>
              <a:xfrm>
                <a:off x="7758112" y="1627885"/>
                <a:ext cx="636270" cy="214629"/>
              </a:xfrm>
              <a:custGeom>
                <a:avLst/>
                <a:gdLst/>
                <a:ahLst/>
                <a:cxnLst/>
                <a:rect l="l" t="t" r="r" b="b"/>
                <a:pathLst>
                  <a:path w="636270" h="214630">
                    <a:moveTo>
                      <a:pt x="635793" y="0"/>
                    </a:moveTo>
                    <a:lnTo>
                      <a:pt x="0" y="0"/>
                    </a:lnTo>
                    <a:lnTo>
                      <a:pt x="0" y="214312"/>
                    </a:lnTo>
                    <a:lnTo>
                      <a:pt x="635793" y="214312"/>
                    </a:lnTo>
                    <a:lnTo>
                      <a:pt x="635793" y="0"/>
                    </a:lnTo>
                    <a:close/>
                  </a:path>
                </a:pathLst>
              </a:custGeom>
              <a:solidFill>
                <a:srgbClr val="F8F9FA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81" name="object 47">
                <a:extLst>
                  <a:ext uri="{FF2B5EF4-FFF2-40B4-BE49-F238E27FC236}">
                    <a16:creationId xmlns:a16="http://schemas.microsoft.com/office/drawing/2014/main" id="{3518CB40-0EDC-E45D-535E-515561900FDA}"/>
                  </a:ext>
                </a:extLst>
              </p:cNvPr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7858125" y="1688604"/>
                <a:ext cx="64293" cy="85725"/>
              </a:xfrm>
              <a:prstGeom prst="rect">
                <a:avLst/>
              </a:prstGeom>
            </p:spPr>
          </p:pic>
        </p:grpSp>
        <p:sp>
          <p:nvSpPr>
            <p:cNvPr id="66" name="object 48">
              <a:extLst>
                <a:ext uri="{FF2B5EF4-FFF2-40B4-BE49-F238E27FC236}">
                  <a16:creationId xmlns:a16="http://schemas.microsoft.com/office/drawing/2014/main" id="{3E2AAB13-F1E5-96DC-768D-41C6682F836D}"/>
                </a:ext>
              </a:extLst>
            </p:cNvPr>
            <p:cNvSpPr txBox="1"/>
            <p:nvPr/>
          </p:nvSpPr>
          <p:spPr>
            <a:xfrm>
              <a:off x="4557712" y="1519923"/>
              <a:ext cx="636270" cy="214629"/>
            </a:xfrm>
            <a:prstGeom prst="rect">
              <a:avLst/>
            </a:prstGeom>
            <a:ln w="9144">
              <a:solidFill>
                <a:srgbClr val="E5E6EB"/>
              </a:solidFill>
            </a:ln>
          </p:spPr>
          <p:txBody>
            <a:bodyPr vert="horz" wrap="square" lIns="0" tIns="60325" rIns="0" bIns="0" rtlCol="0">
              <a:spAutoFit/>
            </a:bodyPr>
            <a:lstStyle/>
            <a:p>
              <a:pPr marL="163830">
                <a:lnSpc>
                  <a:spcPct val="100000"/>
                </a:lnSpc>
                <a:spcBef>
                  <a:spcPts val="475"/>
                </a:spcBef>
              </a:pPr>
              <a:r>
                <a:rPr sz="600" spc="-55" dirty="0">
                  <a:solidFill>
                    <a:srgbClr val="4B5463"/>
                  </a:solidFill>
                  <a:latin typeface="Malgun Gothic"/>
                  <a:cs typeface="Malgun Gothic"/>
                </a:rPr>
                <a:t>조명</a:t>
              </a:r>
              <a:r>
                <a:rPr sz="600" spc="-45" dirty="0">
                  <a:solidFill>
                    <a:srgbClr val="4B5463"/>
                  </a:solidFill>
                  <a:latin typeface="Malgun Gothic"/>
                  <a:cs typeface="Malgun Gothic"/>
                </a:rPr>
                <a:t> </a:t>
              </a:r>
              <a:r>
                <a:rPr sz="600" spc="-25" dirty="0">
                  <a:solidFill>
                    <a:srgbClr val="4B5463"/>
                  </a:solidFill>
                  <a:latin typeface="Malgun Gothic"/>
                  <a:cs typeface="Malgun Gothic"/>
                </a:rPr>
                <a:t>설정</a:t>
              </a:r>
              <a:endParaRPr sz="600" dirty="0">
                <a:latin typeface="Malgun Gothic"/>
                <a:cs typeface="Malgun Gothic"/>
              </a:endParaRPr>
            </a:p>
          </p:txBody>
        </p:sp>
      </p:grpSp>
      <p:pic>
        <p:nvPicPr>
          <p:cNvPr id="68" name="object 49">
            <a:extLst>
              <a:ext uri="{FF2B5EF4-FFF2-40B4-BE49-F238E27FC236}">
                <a16:creationId xmlns:a16="http://schemas.microsoft.com/office/drawing/2014/main" id="{4F406376-396B-F49B-E0DD-41BE03138749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64350" y="1971764"/>
            <a:ext cx="114300" cy="114300"/>
          </a:xfrm>
          <a:prstGeom prst="rect">
            <a:avLst/>
          </a:prstGeom>
        </p:spPr>
      </p:pic>
      <p:sp>
        <p:nvSpPr>
          <p:cNvPr id="69" name="object 50">
            <a:extLst>
              <a:ext uri="{FF2B5EF4-FFF2-40B4-BE49-F238E27FC236}">
                <a16:creationId xmlns:a16="http://schemas.microsoft.com/office/drawing/2014/main" id="{8D38AD5E-B798-27D7-227D-E4EAD2460C52}"/>
              </a:ext>
            </a:extLst>
          </p:cNvPr>
          <p:cNvSpPr txBox="1"/>
          <p:nvPr/>
        </p:nvSpPr>
        <p:spPr>
          <a:xfrm>
            <a:off x="564350" y="1344826"/>
            <a:ext cx="1132205" cy="767715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15"/>
              </a:spcBef>
            </a:pPr>
            <a:r>
              <a:rPr sz="1100" b="1" dirty="0">
                <a:solidFill>
                  <a:srgbClr val="111826"/>
                </a:solidFill>
                <a:latin typeface="Arial"/>
                <a:cs typeface="Arial"/>
              </a:rPr>
              <a:t>Before/After</a:t>
            </a:r>
            <a:r>
              <a:rPr sz="1100" b="1" spc="-55" dirty="0">
                <a:solidFill>
                  <a:srgbClr val="111826"/>
                </a:solidFill>
                <a:latin typeface="Arial"/>
                <a:cs typeface="Arial"/>
              </a:rPr>
              <a:t> </a:t>
            </a:r>
            <a:r>
              <a:rPr sz="1100" b="1" spc="-25" dirty="0">
                <a:solidFill>
                  <a:srgbClr val="111826"/>
                </a:solidFill>
                <a:latin typeface="Malgun Gothic"/>
                <a:cs typeface="Malgun Gothic"/>
              </a:rPr>
              <a:t>비교</a:t>
            </a:r>
            <a:endParaRPr sz="1100" dirty="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484"/>
              </a:spcBef>
            </a:pPr>
            <a:r>
              <a:rPr sz="750" spc="-70" dirty="0">
                <a:solidFill>
                  <a:srgbClr val="6B727F"/>
                </a:solidFill>
                <a:latin typeface="Malgun Gothic"/>
                <a:cs typeface="Malgun Gothic"/>
              </a:rPr>
              <a:t>실제</a:t>
            </a:r>
            <a:r>
              <a:rPr sz="750" spc="-50" dirty="0">
                <a:solidFill>
                  <a:srgbClr val="6B727F"/>
                </a:solidFill>
                <a:latin typeface="Malgun Gothic"/>
                <a:cs typeface="Malgun Gothic"/>
              </a:rPr>
              <a:t> </a:t>
            </a:r>
            <a:r>
              <a:rPr sz="750" spc="-70" dirty="0">
                <a:solidFill>
                  <a:srgbClr val="6B727F"/>
                </a:solidFill>
                <a:latin typeface="Malgun Gothic"/>
                <a:cs typeface="Malgun Gothic"/>
              </a:rPr>
              <a:t>방의</a:t>
            </a:r>
            <a:r>
              <a:rPr sz="750" spc="-50" dirty="0">
                <a:solidFill>
                  <a:srgbClr val="6B727F"/>
                </a:solidFill>
                <a:latin typeface="Malgun Gothic"/>
                <a:cs typeface="Malgun Gothic"/>
              </a:rPr>
              <a:t> </a:t>
            </a:r>
            <a:r>
              <a:rPr sz="750" spc="-75" dirty="0">
                <a:solidFill>
                  <a:srgbClr val="6B727F"/>
                </a:solidFill>
                <a:latin typeface="Malgun Gothic"/>
                <a:cs typeface="Malgun Gothic"/>
              </a:rPr>
              <a:t>변화를</a:t>
            </a:r>
            <a:r>
              <a:rPr sz="750" spc="-50" dirty="0">
                <a:solidFill>
                  <a:srgbClr val="6B727F"/>
                </a:solidFill>
                <a:latin typeface="Malgun Gothic"/>
                <a:cs typeface="Malgun Gothic"/>
              </a:rPr>
              <a:t> </a:t>
            </a:r>
            <a:r>
              <a:rPr sz="750" spc="-60" dirty="0">
                <a:solidFill>
                  <a:srgbClr val="6B727F"/>
                </a:solidFill>
                <a:latin typeface="Malgun Gothic"/>
                <a:cs typeface="Malgun Gothic"/>
              </a:rPr>
              <a:t>확인하세요</a:t>
            </a:r>
            <a:endParaRPr sz="750" dirty="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750" dirty="0">
              <a:latin typeface="Malgun Gothic"/>
              <a:cs typeface="Malgun Gothic"/>
            </a:endParaRPr>
          </a:p>
          <a:p>
            <a:pPr marL="171450">
              <a:lnSpc>
                <a:spcPct val="100000"/>
              </a:lnSpc>
            </a:pPr>
            <a:r>
              <a:rPr sz="800" b="1" spc="-10" dirty="0">
                <a:solidFill>
                  <a:srgbClr val="4B5463"/>
                </a:solidFill>
                <a:latin typeface="Arial"/>
                <a:cs typeface="Arial"/>
              </a:rPr>
              <a:t>Before</a:t>
            </a:r>
            <a:endParaRPr sz="800" dirty="0">
              <a:latin typeface="Arial"/>
              <a:cs typeface="Arial"/>
            </a:endParaRPr>
          </a:p>
        </p:txBody>
      </p:sp>
      <p:sp>
        <p:nvSpPr>
          <p:cNvPr id="78" name="object 52">
            <a:extLst>
              <a:ext uri="{FF2B5EF4-FFF2-40B4-BE49-F238E27FC236}">
                <a16:creationId xmlns:a16="http://schemas.microsoft.com/office/drawing/2014/main" id="{C785C5C0-0B89-2DAC-4F57-9F7956526B8E}"/>
              </a:ext>
            </a:extLst>
          </p:cNvPr>
          <p:cNvSpPr/>
          <p:nvPr/>
        </p:nvSpPr>
        <p:spPr>
          <a:xfrm>
            <a:off x="564349" y="2167319"/>
            <a:ext cx="3600000" cy="2061210"/>
          </a:xfrm>
          <a:custGeom>
            <a:avLst/>
            <a:gdLst/>
            <a:ahLst/>
            <a:cxnLst/>
            <a:rect l="l" t="t" r="r" b="b"/>
            <a:pathLst>
              <a:path w="2243454" h="2061210">
                <a:moveTo>
                  <a:pt x="2243137" y="0"/>
                </a:moveTo>
                <a:lnTo>
                  <a:pt x="0" y="0"/>
                </a:lnTo>
                <a:lnTo>
                  <a:pt x="0" y="2060968"/>
                </a:lnTo>
                <a:lnTo>
                  <a:pt x="2243137" y="2060968"/>
                </a:lnTo>
                <a:lnTo>
                  <a:pt x="2243137" y="0"/>
                </a:lnTo>
                <a:close/>
              </a:path>
            </a:pathLst>
          </a:custGeom>
          <a:blipFill dpi="0"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04583581-6ABC-6F17-70C7-A6219645A486}"/>
              </a:ext>
            </a:extLst>
          </p:cNvPr>
          <p:cNvGrpSpPr/>
          <p:nvPr/>
        </p:nvGrpSpPr>
        <p:grpSpPr>
          <a:xfrm>
            <a:off x="4761059" y="1934711"/>
            <a:ext cx="3600000" cy="2263661"/>
            <a:chOff x="2950362" y="1964868"/>
            <a:chExt cx="3600000" cy="2263661"/>
          </a:xfrm>
        </p:grpSpPr>
        <p:grpSp>
          <p:nvGrpSpPr>
            <p:cNvPr id="72" name="object 57">
              <a:extLst>
                <a:ext uri="{FF2B5EF4-FFF2-40B4-BE49-F238E27FC236}">
                  <a16:creationId xmlns:a16="http://schemas.microsoft.com/office/drawing/2014/main" id="{1558E289-FDE1-27D7-E2D5-6887D0A5777E}"/>
                </a:ext>
              </a:extLst>
            </p:cNvPr>
            <p:cNvGrpSpPr/>
            <p:nvPr/>
          </p:nvGrpSpPr>
          <p:grpSpPr>
            <a:xfrm>
              <a:off x="2950362" y="1971764"/>
              <a:ext cx="3600000" cy="2256765"/>
              <a:chOff x="6150762" y="2079726"/>
              <a:chExt cx="3600000" cy="2256765"/>
            </a:xfrm>
          </p:grpSpPr>
          <p:pic>
            <p:nvPicPr>
              <p:cNvPr id="75" name="object 58">
                <a:extLst>
                  <a:ext uri="{FF2B5EF4-FFF2-40B4-BE49-F238E27FC236}">
                    <a16:creationId xmlns:a16="http://schemas.microsoft.com/office/drawing/2014/main" id="{63F39341-C8FD-BEF8-1B86-309D20F2FE2F}"/>
                  </a:ext>
                </a:extLst>
              </p:cNvPr>
              <p:cNvPicPr/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6150762" y="2079726"/>
                <a:ext cx="114300" cy="114300"/>
              </a:xfrm>
              <a:prstGeom prst="rect">
                <a:avLst/>
              </a:prstGeom>
            </p:spPr>
          </p:pic>
          <p:sp>
            <p:nvSpPr>
              <p:cNvPr id="76" name="object 59">
                <a:extLst>
                  <a:ext uri="{FF2B5EF4-FFF2-40B4-BE49-F238E27FC236}">
                    <a16:creationId xmlns:a16="http://schemas.microsoft.com/office/drawing/2014/main" id="{482E3C6F-FFDA-9B78-F541-F0B3A9C6F6DD}"/>
                  </a:ext>
                </a:extLst>
              </p:cNvPr>
              <p:cNvSpPr/>
              <p:nvPr/>
            </p:nvSpPr>
            <p:spPr>
              <a:xfrm>
                <a:off x="6150762" y="2275281"/>
                <a:ext cx="3600000" cy="2061210"/>
              </a:xfrm>
              <a:custGeom>
                <a:avLst/>
                <a:gdLst/>
                <a:ahLst/>
                <a:cxnLst/>
                <a:rect l="l" t="t" r="r" b="b"/>
                <a:pathLst>
                  <a:path w="2243454" h="2061210">
                    <a:moveTo>
                      <a:pt x="2243137" y="0"/>
                    </a:moveTo>
                    <a:lnTo>
                      <a:pt x="0" y="0"/>
                    </a:lnTo>
                    <a:lnTo>
                      <a:pt x="0" y="2060968"/>
                    </a:lnTo>
                    <a:lnTo>
                      <a:pt x="2243137" y="2060968"/>
                    </a:lnTo>
                    <a:lnTo>
                      <a:pt x="2243137" y="0"/>
                    </a:lnTo>
                    <a:close/>
                  </a:path>
                </a:pathLst>
              </a:custGeom>
              <a:blipFill dpi="0" rotWithShape="1">
                <a:blip r:embed="rId9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</p:grpSp>
        <p:sp>
          <p:nvSpPr>
            <p:cNvPr id="73" name="object 61">
              <a:extLst>
                <a:ext uri="{FF2B5EF4-FFF2-40B4-BE49-F238E27FC236}">
                  <a16:creationId xmlns:a16="http://schemas.microsoft.com/office/drawing/2014/main" id="{1605938D-F4D8-7B7D-2175-DD8C6B13F09F}"/>
                </a:ext>
              </a:extLst>
            </p:cNvPr>
            <p:cNvSpPr txBox="1"/>
            <p:nvPr/>
          </p:nvSpPr>
          <p:spPr>
            <a:xfrm>
              <a:off x="3121824" y="1964868"/>
              <a:ext cx="250190" cy="1473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100"/>
                </a:spcBef>
              </a:pPr>
              <a:r>
                <a:rPr sz="800" b="1" spc="-10" dirty="0">
                  <a:solidFill>
                    <a:srgbClr val="6366F1"/>
                  </a:solidFill>
                  <a:latin typeface="Arial"/>
                  <a:cs typeface="Arial"/>
                </a:rPr>
                <a:t>After</a:t>
              </a:r>
              <a:endParaRPr sz="800" dirty="0">
                <a:latin typeface="Arial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78847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627C40-D7F3-5D2D-39D1-977E5F774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436346"/>
            <a:ext cx="4330700" cy="307777"/>
          </a:xfrm>
        </p:spPr>
        <p:txBody>
          <a:bodyPr/>
          <a:lstStyle/>
          <a:p>
            <a:r>
              <a:rPr lang="ko-KR" altLang="en-US" dirty="0"/>
              <a:t>구현 기능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DB0653-69F4-B1A7-98F2-BC05B14CB6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8827" y="1719859"/>
            <a:ext cx="4886325" cy="1661993"/>
          </a:xfrm>
        </p:spPr>
        <p:txBody>
          <a:bodyPr/>
          <a:lstStyle/>
          <a:p>
            <a:r>
              <a:rPr lang="ko-KR" altLang="en-US" dirty="0"/>
              <a:t>방 사진과 가구 사진을 업로드 후 </a:t>
            </a:r>
            <a:endParaRPr lang="en-US" altLang="ko-KR" dirty="0"/>
          </a:p>
          <a:p>
            <a:r>
              <a:rPr lang="ko-KR" altLang="en-US" dirty="0"/>
              <a:t>가구 배치 위치를 선택하면 그 자리에 가구를 설치했을 때의 모습을 보여주는 기능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웹사이트와 연결하여 제품의 가격 비교 및 </a:t>
            </a:r>
            <a:endParaRPr lang="en-US" altLang="ko-KR" dirty="0"/>
          </a:p>
          <a:p>
            <a:r>
              <a:rPr lang="ko-KR" altLang="en-US" dirty="0"/>
              <a:t>인테리어에 어울리는 브랜드 추천</a:t>
            </a:r>
          </a:p>
        </p:txBody>
      </p:sp>
    </p:spTree>
    <p:extLst>
      <p:ext uri="{BB962C8B-B14F-4D97-AF65-F5344CB8AC3E}">
        <p14:creationId xmlns:p14="http://schemas.microsoft.com/office/powerpoint/2010/main" val="542317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cap="sq"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</TotalTime>
  <Words>191</Words>
  <Application>Microsoft Office PowerPoint</Application>
  <PresentationFormat>화면 슬라이드 쇼(16:9)</PresentationFormat>
  <Paragraphs>65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Malgun Gothic</vt:lpstr>
      <vt:lpstr>Arial</vt:lpstr>
      <vt:lpstr>Calibri</vt:lpstr>
      <vt:lpstr>Times New Roman</vt:lpstr>
      <vt:lpstr>Office Theme</vt:lpstr>
      <vt:lpstr>방 사진 업로드</vt:lpstr>
      <vt:lpstr>가구/소품 이미지 업로드</vt:lpstr>
      <vt:lpstr>가구 및 소품 배치 위치 선택</vt:lpstr>
      <vt:lpstr>가구 배치 전후 비교</vt:lpstr>
      <vt:lpstr>구현 기능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김경주</dc:creator>
  <cp:lastModifiedBy>경주 김</cp:lastModifiedBy>
  <cp:revision>13</cp:revision>
  <dcterms:created xsi:type="dcterms:W3CDTF">2026-04-28T14:44:52Z</dcterms:created>
  <dcterms:modified xsi:type="dcterms:W3CDTF">2026-06-15T08:16:08Z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2026-04-28T00:00:00Z</vt:filetime>
  </property>
  <property fmtid="{D5CDD505-2E9C-101B-9397-08002B2CF9AE}" pid="3" name="LastSaved">
    <vt:filetime>2026-04-28T00:00:00Z</vt:filetime>
  </property>
  <property fmtid="{D5CDD505-2E9C-101B-9397-08002B2CF9AE}" pid="4" name="Producer">
    <vt:lpwstr>3-Heights(TM) PDF Security Shell 4.8.25.2 (http://www.pdf-tools.com)</vt:lpwstr>
  </property>
</Properties>
</file>